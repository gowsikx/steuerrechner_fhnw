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6" r:id="rId6"/>
    <p:sldId id="264" r:id="rId7"/>
    <p:sldId id="262" r:id="rId8"/>
    <p:sldId id="263" r:id="rId9"/>
    <p:sldId id="267" r:id="rId10"/>
    <p:sldId id="268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1675C-BE93-607E-D54A-02D6A8299412}" v="241" dt="2025-12-10T10:58:43.782"/>
    <p1510:client id="{957A8F13-A3A0-B06B-DB3D-C20B964D7AD9}" v="291" dt="2025-12-10T10:21:47.868"/>
    <p1510:client id="{BED3BC4B-1C15-2DCB-0C2D-E70431964D5A}" v="581" dt="2025-12-10T09:28:37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a Kandiah (s)" userId="S::rusa.kandiah@students.fhnw.ch::51543bab-c3ed-43b4-aa03-5de42e6e848c" providerId="AD" clId="Web-{BED3BC4B-1C15-2DCB-0C2D-E70431964D5A}"/>
    <pc:docChg chg="addSld delSld modSld addMainMaster delMainMaster">
      <pc:chgData name="Rusa Kandiah (s)" userId="S::rusa.kandiah@students.fhnw.ch::51543bab-c3ed-43b4-aa03-5de42e6e848c" providerId="AD" clId="Web-{BED3BC4B-1C15-2DCB-0C2D-E70431964D5A}" dt="2025-12-10T09:28:46.565" v="591"/>
      <pc:docMkLst>
        <pc:docMk/>
      </pc:docMkLst>
      <pc:sldChg chg="addSp delSp modSp mod setBg modClrScheme setClrOvrMap chgLayout">
        <pc:chgData name="Rusa Kandiah (s)" userId="S::rusa.kandiah@students.fhnw.ch::51543bab-c3ed-43b4-aa03-5de42e6e848c" providerId="AD" clId="Web-{BED3BC4B-1C15-2DCB-0C2D-E70431964D5A}" dt="2025-12-10T09:10:45.539" v="377"/>
        <pc:sldMkLst>
          <pc:docMk/>
          <pc:sldMk cId="1577499883" sldId="256"/>
        </pc:sldMkLst>
        <pc:spChg chg="mod">
          <ac:chgData name="Rusa Kandiah (s)" userId="S::rusa.kandiah@students.fhnw.ch::51543bab-c3ed-43b4-aa03-5de42e6e848c" providerId="AD" clId="Web-{BED3BC4B-1C15-2DCB-0C2D-E70431964D5A}" dt="2025-12-10T09:10:45.539" v="377"/>
          <ac:spMkLst>
            <pc:docMk/>
            <pc:sldMk cId="1577499883" sldId="256"/>
            <ac:spMk id="2" creationId="{00000000-0000-0000-0000-000000000000}"/>
          </ac:spMkLst>
        </pc:spChg>
        <pc:spChg chg="mod">
          <ac:chgData name="Rusa Kandiah (s)" userId="S::rusa.kandiah@students.fhnw.ch::51543bab-c3ed-43b4-aa03-5de42e6e848c" providerId="AD" clId="Web-{BED3BC4B-1C15-2DCB-0C2D-E70431964D5A}" dt="2025-12-10T09:10:45.539" v="377"/>
          <ac:spMkLst>
            <pc:docMk/>
            <pc:sldMk cId="1577499883" sldId="256"/>
            <ac:spMk id="3" creationId="{00000000-0000-0000-0000-000000000000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8:52:24.059" v="58"/>
          <ac:spMkLst>
            <pc:docMk/>
            <pc:sldMk cId="1577499883" sldId="256"/>
            <ac:spMk id="9" creationId="{85CB65D0-496F-4797-A015-C85839E35D1A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8:52:24.059" v="58"/>
          <ac:spMkLst>
            <pc:docMk/>
            <pc:sldMk cId="1577499883" sldId="256"/>
            <ac:spMk id="11" creationId="{95D2C779-8883-4E5F-A170-0F464918C1B7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8:52:35.215" v="60"/>
          <ac:spMkLst>
            <pc:docMk/>
            <pc:sldMk cId="1577499883" sldId="256"/>
            <ac:spMk id="16" creationId="{E20BB609-EF92-42DB-836C-0699A590B5CF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8:52:35.215" v="60"/>
          <ac:spMkLst>
            <pc:docMk/>
            <pc:sldMk cId="1577499883" sldId="256"/>
            <ac:spMk id="17" creationId="{40FA88D0-E295-4CF3-934C-6423EACEB025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8:52:52.794" v="62"/>
          <ac:spMkLst>
            <pc:docMk/>
            <pc:sldMk cId="1577499883" sldId="256"/>
            <ac:spMk id="21" creationId="{0EECA69B-4C2A-7F31-8019-E90DB3BD49CB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8:52:52.794" v="62"/>
          <ac:spMkLst>
            <pc:docMk/>
            <pc:sldMk cId="1577499883" sldId="256"/>
            <ac:spMk id="23" creationId="{857DEAC1-B3AA-6569-0A44-A191DF2F3C67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8:53:50.451" v="64"/>
          <ac:spMkLst>
            <pc:docMk/>
            <pc:sldMk cId="1577499883" sldId="256"/>
            <ac:spMk id="25" creationId="{B7E2F724-2FB3-4D1D-A730-739B8654C030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8:53:50.451" v="64"/>
          <ac:spMkLst>
            <pc:docMk/>
            <pc:sldMk cId="1577499883" sldId="256"/>
            <ac:spMk id="27" creationId="{B2C335F7-F61C-4EB4-80F2-4B1438FE66BB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9:04:44.681" v="324"/>
          <ac:spMkLst>
            <pc:docMk/>
            <pc:sldMk cId="1577499883" sldId="256"/>
            <ac:spMk id="29" creationId="{19F9BF86-FE94-4517-B97D-026C7515E589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9:04:44.681" v="324"/>
          <ac:spMkLst>
            <pc:docMk/>
            <pc:sldMk cId="1577499883" sldId="256"/>
            <ac:spMk id="31" creationId="{122AB34F-E75C-451A-8410-05B6C249E9D3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9:02:43.396" v="276"/>
          <ac:spMkLst>
            <pc:docMk/>
            <pc:sldMk cId="1577499883" sldId="256"/>
            <ac:spMk id="34" creationId="{19F9BF86-FE94-4517-B97D-026C7515E589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9:02:43.396" v="276"/>
          <ac:spMkLst>
            <pc:docMk/>
            <pc:sldMk cId="1577499883" sldId="256"/>
            <ac:spMk id="36" creationId="{122AB34F-E75C-451A-8410-05B6C249E9D3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9:00:24.004" v="225"/>
          <ac:spMkLst>
            <pc:docMk/>
            <pc:sldMk cId="1577499883" sldId="256"/>
            <ac:spMk id="37" creationId="{33E93247-6229-44AB-A550-739E971E690B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9:00:24.004" v="225"/>
          <ac:spMkLst>
            <pc:docMk/>
            <pc:sldMk cId="1577499883" sldId="256"/>
            <ac:spMk id="39" creationId="{912025B4-7337-735E-4DC9-E634D2011984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9:10:45.539" v="377"/>
          <ac:spMkLst>
            <pc:docMk/>
            <pc:sldMk cId="1577499883" sldId="256"/>
            <ac:spMk id="40" creationId="{33E93247-6229-44AB-A550-739E971E690B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9:00:24.004" v="225"/>
          <ac:spMkLst>
            <pc:docMk/>
            <pc:sldMk cId="1577499883" sldId="256"/>
            <ac:spMk id="41" creationId="{150CDACD-D191-E642-F686-FCB54B7E5F67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9:10:45.539" v="377"/>
          <ac:spMkLst>
            <pc:docMk/>
            <pc:sldMk cId="1577499883" sldId="256"/>
            <ac:spMk id="42" creationId="{AAB476BF-4EE2-5243-CABB-6CC72C39BF52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9:10:45.539" v="377"/>
          <ac:spMkLst>
            <pc:docMk/>
            <pc:sldMk cId="1577499883" sldId="256"/>
            <ac:spMk id="43" creationId="{FDFF93C5-0576-D227-80A7-4CFBA8791AE4}"/>
          </ac:spMkLst>
        </pc:spChg>
        <pc:spChg chg="add del">
          <ac:chgData name="Rusa Kandiah (s)" userId="S::rusa.kandiah@students.fhnw.ch::51543bab-c3ed-43b4-aa03-5de42e6e848c" providerId="AD" clId="Web-{BED3BC4B-1C15-2DCB-0C2D-E70431964D5A}" dt="2025-12-10T09:10:45.539" v="377"/>
          <ac:spMkLst>
            <pc:docMk/>
            <pc:sldMk cId="1577499883" sldId="256"/>
            <ac:spMk id="44" creationId="{20D28EA4-6F96-F7C6-1D07-5BA5C27387EC}"/>
          </ac:spMkLst>
        </pc:spChg>
        <pc:spChg chg="add">
          <ac:chgData name="Rusa Kandiah (s)" userId="S::rusa.kandiah@students.fhnw.ch::51543bab-c3ed-43b4-aa03-5de42e6e848c" providerId="AD" clId="Web-{BED3BC4B-1C15-2DCB-0C2D-E70431964D5A}" dt="2025-12-10T09:10:45.539" v="377"/>
          <ac:spMkLst>
            <pc:docMk/>
            <pc:sldMk cId="1577499883" sldId="256"/>
            <ac:spMk id="49" creationId="{E20BB609-EF92-42DB-836C-0699A590B5CF}"/>
          </ac:spMkLst>
        </pc:spChg>
        <pc:spChg chg="add">
          <ac:chgData name="Rusa Kandiah (s)" userId="S::rusa.kandiah@students.fhnw.ch::51543bab-c3ed-43b4-aa03-5de42e6e848c" providerId="AD" clId="Web-{BED3BC4B-1C15-2DCB-0C2D-E70431964D5A}" dt="2025-12-10T09:10:45.539" v="377"/>
          <ac:spMkLst>
            <pc:docMk/>
            <pc:sldMk cId="1577499883" sldId="256"/>
            <ac:spMk id="51" creationId="{ECF0998E-D577-43EA-A7B8-E3EC67F75955}"/>
          </ac:spMkLst>
        </pc:spChg>
        <pc:spChg chg="add">
          <ac:chgData name="Rusa Kandiah (s)" userId="S::rusa.kandiah@students.fhnw.ch::51543bab-c3ed-43b4-aa03-5de42e6e848c" providerId="AD" clId="Web-{BED3BC4B-1C15-2DCB-0C2D-E70431964D5A}" dt="2025-12-10T09:10:45.539" v="377"/>
          <ac:spMkLst>
            <pc:docMk/>
            <pc:sldMk cId="1577499883" sldId="256"/>
            <ac:spMk id="55" creationId="{E7DC364D-882B-4786-89FB-1703C1A5CFF0}"/>
          </ac:spMkLst>
        </pc:spChg>
        <pc:spChg chg="add">
          <ac:chgData name="Rusa Kandiah (s)" userId="S::rusa.kandiah@students.fhnw.ch::51543bab-c3ed-43b4-aa03-5de42e6e848c" providerId="AD" clId="Web-{BED3BC4B-1C15-2DCB-0C2D-E70431964D5A}" dt="2025-12-10T09:10:45.539" v="377"/>
          <ac:spMkLst>
            <pc:docMk/>
            <pc:sldMk cId="1577499883" sldId="256"/>
            <ac:spMk id="57" creationId="{F1189494-2B67-46D2-93D6-A122A09BF6B2}"/>
          </ac:spMkLst>
        </pc:spChg>
        <pc:picChg chg="add del">
          <ac:chgData name="Rusa Kandiah (s)" userId="S::rusa.kandiah@students.fhnw.ch::51543bab-c3ed-43b4-aa03-5de42e6e848c" providerId="AD" clId="Web-{BED3BC4B-1C15-2DCB-0C2D-E70431964D5A}" dt="2025-12-10T08:52:24.059" v="58"/>
          <ac:picMkLst>
            <pc:docMk/>
            <pc:sldMk cId="1577499883" sldId="256"/>
            <ac:picMk id="4" creationId="{70355CA1-B8B1-BD61-FDA3-4BDB785EDB52}"/>
          </ac:picMkLst>
        </pc:picChg>
        <pc:picChg chg="add del mod">
          <ac:chgData name="Rusa Kandiah (s)" userId="S::rusa.kandiah@students.fhnw.ch::51543bab-c3ed-43b4-aa03-5de42e6e848c" providerId="AD" clId="Web-{BED3BC4B-1C15-2DCB-0C2D-E70431964D5A}" dt="2025-12-10T09:10:23.882" v="372"/>
          <ac:picMkLst>
            <pc:docMk/>
            <pc:sldMk cId="1577499883" sldId="256"/>
            <ac:picMk id="5" creationId="{37C5FC8D-289F-5FE1-1A84-83139936F58B}"/>
          </ac:picMkLst>
        </pc:picChg>
        <pc:picChg chg="add del mod">
          <ac:chgData name="Rusa Kandiah (s)" userId="S::rusa.kandiah@students.fhnw.ch::51543bab-c3ed-43b4-aa03-5de42e6e848c" providerId="AD" clId="Web-{BED3BC4B-1C15-2DCB-0C2D-E70431964D5A}" dt="2025-12-10T09:10:42.601" v="376"/>
          <ac:picMkLst>
            <pc:docMk/>
            <pc:sldMk cId="1577499883" sldId="256"/>
            <ac:picMk id="6" creationId="{CE979589-B45C-E6F6-6E1C-FD43515AD4B2}"/>
          </ac:picMkLst>
        </pc:picChg>
        <pc:picChg chg="add mod">
          <ac:chgData name="Rusa Kandiah (s)" userId="S::rusa.kandiah@students.fhnw.ch::51543bab-c3ed-43b4-aa03-5de42e6e848c" providerId="AD" clId="Web-{BED3BC4B-1C15-2DCB-0C2D-E70431964D5A}" dt="2025-12-10T09:10:34.585" v="375" actId="1076"/>
          <ac:picMkLst>
            <pc:docMk/>
            <pc:sldMk cId="1577499883" sldId="256"/>
            <ac:picMk id="7" creationId="{7A60CD28-6F8A-1B0F-98E3-C6958B0F286C}"/>
          </ac:picMkLst>
        </pc:picChg>
        <pc:picChg chg="add del">
          <ac:chgData name="Rusa Kandiah (s)" userId="S::rusa.kandiah@students.fhnw.ch::51543bab-c3ed-43b4-aa03-5de42e6e848c" providerId="AD" clId="Web-{BED3BC4B-1C15-2DCB-0C2D-E70431964D5A}" dt="2025-12-10T08:52:35.215" v="60"/>
          <ac:picMkLst>
            <pc:docMk/>
            <pc:sldMk cId="1577499883" sldId="256"/>
            <ac:picMk id="18" creationId="{1AF7CA98-663D-630C-AC08-A43AC151013F}"/>
          </ac:picMkLst>
        </pc:picChg>
        <pc:picChg chg="add del">
          <ac:chgData name="Rusa Kandiah (s)" userId="S::rusa.kandiah@students.fhnw.ch::51543bab-c3ed-43b4-aa03-5de42e6e848c" providerId="AD" clId="Web-{BED3BC4B-1C15-2DCB-0C2D-E70431964D5A}" dt="2025-12-10T08:52:52.794" v="62"/>
          <ac:picMkLst>
            <pc:docMk/>
            <pc:sldMk cId="1577499883" sldId="256"/>
            <ac:picMk id="22" creationId="{736FC290-6C08-9038-89A2-BB3719E0EE38}"/>
          </ac:picMkLst>
        </pc:picChg>
        <pc:picChg chg="add del">
          <ac:chgData name="Rusa Kandiah (s)" userId="S::rusa.kandiah@students.fhnw.ch::51543bab-c3ed-43b4-aa03-5de42e6e848c" providerId="AD" clId="Web-{BED3BC4B-1C15-2DCB-0C2D-E70431964D5A}" dt="2025-12-10T08:53:50.451" v="64"/>
          <ac:picMkLst>
            <pc:docMk/>
            <pc:sldMk cId="1577499883" sldId="256"/>
            <ac:picMk id="26" creationId="{C95CAC71-DB48-F888-9D3D-C764ABC07EFC}"/>
          </ac:picMkLst>
        </pc:picChg>
        <pc:picChg chg="add del mod">
          <ac:chgData name="Rusa Kandiah (s)" userId="S::rusa.kandiah@students.fhnw.ch::51543bab-c3ed-43b4-aa03-5de42e6e848c" providerId="AD" clId="Web-{BED3BC4B-1C15-2DCB-0C2D-E70431964D5A}" dt="2025-12-10T09:08:52.645" v="371"/>
          <ac:picMkLst>
            <pc:docMk/>
            <pc:sldMk cId="1577499883" sldId="256"/>
            <ac:picMk id="30" creationId="{57ABE016-459C-4A41-9C23-623EE22A4447}"/>
          </ac:picMkLst>
        </pc:picChg>
        <pc:picChg chg="add del">
          <ac:chgData name="Rusa Kandiah (s)" userId="S::rusa.kandiah@students.fhnw.ch::51543bab-c3ed-43b4-aa03-5de42e6e848c" providerId="AD" clId="Web-{BED3BC4B-1C15-2DCB-0C2D-E70431964D5A}" dt="2025-12-10T09:02:43.396" v="276"/>
          <ac:picMkLst>
            <pc:docMk/>
            <pc:sldMk cId="1577499883" sldId="256"/>
            <ac:picMk id="35" creationId="{101673A7-4A6B-BD67-AD1A-A7A41CDD17C8}"/>
          </ac:picMkLst>
        </pc:picChg>
        <pc:cxnChg chg="add del">
          <ac:chgData name="Rusa Kandiah (s)" userId="S::rusa.kandiah@students.fhnw.ch::51543bab-c3ed-43b4-aa03-5de42e6e848c" providerId="AD" clId="Web-{BED3BC4B-1C15-2DCB-0C2D-E70431964D5A}" dt="2025-12-10T08:52:24.059" v="58"/>
          <ac:cxnSpMkLst>
            <pc:docMk/>
            <pc:sldMk cId="1577499883" sldId="256"/>
            <ac:cxnSpMk id="13" creationId="{BD96A694-258D-4418-A83C-B9BA72FD44B8}"/>
          </ac:cxnSpMkLst>
        </pc:cxnChg>
        <pc:cxnChg chg="add del">
          <ac:chgData name="Rusa Kandiah (s)" userId="S::rusa.kandiah@students.fhnw.ch::51543bab-c3ed-43b4-aa03-5de42e6e848c" providerId="AD" clId="Web-{BED3BC4B-1C15-2DCB-0C2D-E70431964D5A}" dt="2025-12-10T08:52:35.215" v="60"/>
          <ac:cxnSpMkLst>
            <pc:docMk/>
            <pc:sldMk cId="1577499883" sldId="256"/>
            <ac:cxnSpMk id="15" creationId="{BD492A0C-1773-477B-83B5-C707CB057709}"/>
          </ac:cxnSpMkLst>
        </pc:cxnChg>
        <pc:cxnChg chg="add del">
          <ac:chgData name="Rusa Kandiah (s)" userId="S::rusa.kandiah@students.fhnw.ch::51543bab-c3ed-43b4-aa03-5de42e6e848c" providerId="AD" clId="Web-{BED3BC4B-1C15-2DCB-0C2D-E70431964D5A}" dt="2025-12-10T08:52:35.215" v="60"/>
          <ac:cxnSpMkLst>
            <pc:docMk/>
            <pc:sldMk cId="1577499883" sldId="256"/>
            <ac:cxnSpMk id="19" creationId="{8F4E56A8-93D5-4BE3-AE61-84677331AD07}"/>
          </ac:cxnSpMkLst>
        </pc:cxnChg>
        <pc:cxnChg chg="add del">
          <ac:chgData name="Rusa Kandiah (s)" userId="S::rusa.kandiah@students.fhnw.ch::51543bab-c3ed-43b4-aa03-5de42e6e848c" providerId="AD" clId="Web-{BED3BC4B-1C15-2DCB-0C2D-E70431964D5A}" dt="2025-12-10T09:04:44.681" v="324"/>
          <ac:cxnSpMkLst>
            <pc:docMk/>
            <pc:sldMk cId="1577499883" sldId="256"/>
            <ac:cxnSpMk id="32" creationId="{97CC2FE6-3AD0-4131-B4BC-1F4D65E25E13}"/>
          </ac:cxnSpMkLst>
        </pc:cxnChg>
        <pc:cxnChg chg="add del">
          <ac:chgData name="Rusa Kandiah (s)" userId="S::rusa.kandiah@students.fhnw.ch::51543bab-c3ed-43b4-aa03-5de42e6e848c" providerId="AD" clId="Web-{BED3BC4B-1C15-2DCB-0C2D-E70431964D5A}" dt="2025-12-10T09:02:43.396" v="276"/>
          <ac:cxnSpMkLst>
            <pc:docMk/>
            <pc:sldMk cId="1577499883" sldId="256"/>
            <ac:cxnSpMk id="38" creationId="{97CC2FE6-3AD0-4131-B4BC-1F4D65E25E13}"/>
          </ac:cxnSpMkLst>
        </pc:cxnChg>
      </pc:sldChg>
      <pc:sldChg chg="modSp new del modNotes">
        <pc:chgData name="Rusa Kandiah (s)" userId="S::rusa.kandiah@students.fhnw.ch::51543bab-c3ed-43b4-aa03-5de42e6e848c" providerId="AD" clId="Web-{BED3BC4B-1C15-2DCB-0C2D-E70431964D5A}" dt="2025-12-10T09:26:10.827" v="565"/>
        <pc:sldMkLst>
          <pc:docMk/>
          <pc:sldMk cId="1371118564" sldId="257"/>
        </pc:sldMkLst>
        <pc:spChg chg="mod">
          <ac:chgData name="Rusa Kandiah (s)" userId="S::rusa.kandiah@students.fhnw.ch::51543bab-c3ed-43b4-aa03-5de42e6e848c" providerId="AD" clId="Web-{BED3BC4B-1C15-2DCB-0C2D-E70431964D5A}" dt="2025-12-10T09:25:58.639" v="560" actId="20577"/>
          <ac:spMkLst>
            <pc:docMk/>
            <pc:sldMk cId="1371118564" sldId="257"/>
            <ac:spMk id="2" creationId="{D94995CD-D7BD-FFB3-3EC4-D35E49B5A080}"/>
          </ac:spMkLst>
        </pc:spChg>
        <pc:spChg chg="mod">
          <ac:chgData name="Rusa Kandiah (s)" userId="S::rusa.kandiah@students.fhnw.ch::51543bab-c3ed-43b4-aa03-5de42e6e848c" providerId="AD" clId="Web-{BED3BC4B-1C15-2DCB-0C2D-E70431964D5A}" dt="2025-12-10T09:22:28.896" v="547" actId="20577"/>
          <ac:spMkLst>
            <pc:docMk/>
            <pc:sldMk cId="1371118564" sldId="257"/>
            <ac:spMk id="3" creationId="{B5A45807-E223-7495-53C8-5799C86063A6}"/>
          </ac:spMkLst>
        </pc:spChg>
      </pc:sldChg>
      <pc:sldChg chg="addSp modSp new mod setBg modNotes">
        <pc:chgData name="Rusa Kandiah (s)" userId="S::rusa.kandiah@students.fhnw.ch::51543bab-c3ed-43b4-aa03-5de42e6e848c" providerId="AD" clId="Web-{BED3BC4B-1C15-2DCB-0C2D-E70431964D5A}" dt="2025-12-10T09:28:46.565" v="591"/>
        <pc:sldMkLst>
          <pc:docMk/>
          <pc:sldMk cId="2497895080" sldId="258"/>
        </pc:sldMkLst>
        <pc:spChg chg="mod">
          <ac:chgData name="Rusa Kandiah (s)" userId="S::rusa.kandiah@students.fhnw.ch::51543bab-c3ed-43b4-aa03-5de42e6e848c" providerId="AD" clId="Web-{BED3BC4B-1C15-2DCB-0C2D-E70431964D5A}" dt="2025-12-10T09:28:46.565" v="591"/>
          <ac:spMkLst>
            <pc:docMk/>
            <pc:sldMk cId="2497895080" sldId="258"/>
            <ac:spMk id="2" creationId="{767F1801-15B5-7F2F-F307-1E3A3D1D5461}"/>
          </ac:spMkLst>
        </pc:spChg>
        <pc:spChg chg="mod">
          <ac:chgData name="Rusa Kandiah (s)" userId="S::rusa.kandiah@students.fhnw.ch::51543bab-c3ed-43b4-aa03-5de42e6e848c" providerId="AD" clId="Web-{BED3BC4B-1C15-2DCB-0C2D-E70431964D5A}" dt="2025-12-10T09:28:46.565" v="591"/>
          <ac:spMkLst>
            <pc:docMk/>
            <pc:sldMk cId="2497895080" sldId="258"/>
            <ac:spMk id="3" creationId="{8C073EBC-BE95-A8BF-A6D8-0FB33C6BC02B}"/>
          </ac:spMkLst>
        </pc:spChg>
        <pc:spChg chg="add">
          <ac:chgData name="Rusa Kandiah (s)" userId="S::rusa.kandiah@students.fhnw.ch::51543bab-c3ed-43b4-aa03-5de42e6e848c" providerId="AD" clId="Web-{BED3BC4B-1C15-2DCB-0C2D-E70431964D5A}" dt="2025-12-10T09:28:46.565" v="591"/>
          <ac:spMkLst>
            <pc:docMk/>
            <pc:sldMk cId="2497895080" sldId="258"/>
            <ac:spMk id="9" creationId="{34C0330F-1D4F-4552-B799-615DD237B6DE}"/>
          </ac:spMkLst>
        </pc:spChg>
        <pc:spChg chg="add">
          <ac:chgData name="Rusa Kandiah (s)" userId="S::rusa.kandiah@students.fhnw.ch::51543bab-c3ed-43b4-aa03-5de42e6e848c" providerId="AD" clId="Web-{BED3BC4B-1C15-2DCB-0C2D-E70431964D5A}" dt="2025-12-10T09:28:46.565" v="591"/>
          <ac:spMkLst>
            <pc:docMk/>
            <pc:sldMk cId="2497895080" sldId="258"/>
            <ac:spMk id="11" creationId="{92BE0106-0C20-465B-A1BE-0BAC2737B1AD}"/>
          </ac:spMkLst>
        </pc:spChg>
        <pc:picChg chg="add mod">
          <ac:chgData name="Rusa Kandiah (s)" userId="S::rusa.kandiah@students.fhnw.ch::51543bab-c3ed-43b4-aa03-5de42e6e848c" providerId="AD" clId="Web-{BED3BC4B-1C15-2DCB-0C2D-E70431964D5A}" dt="2025-12-10T09:28:46.565" v="591"/>
          <ac:picMkLst>
            <pc:docMk/>
            <pc:sldMk cId="2497895080" sldId="258"/>
            <ac:picMk id="4" creationId="{E0E7D8F0-A722-8F21-0F9C-B232241CEDC2}"/>
          </ac:picMkLst>
        </pc:picChg>
      </pc:sldChg>
      <pc:sldMasterChg chg="add del addSldLayout delSldLayout">
        <pc:chgData name="Rusa Kandiah (s)" userId="S::rusa.kandiah@students.fhnw.ch::51543bab-c3ed-43b4-aa03-5de42e6e848c" providerId="AD" clId="Web-{BED3BC4B-1C15-2DCB-0C2D-E70431964D5A}" dt="2025-12-10T08:53:50.514" v="65"/>
        <pc:sldMasterMkLst>
          <pc:docMk/>
          <pc:sldMasterMk cId="594725491" sldId="2147483648"/>
        </pc:sldMasterMkLst>
        <pc:sldLayoutChg chg="add del">
          <pc:chgData name="Rusa Kandiah (s)" userId="S::rusa.kandiah@students.fhnw.ch::51543bab-c3ed-43b4-aa03-5de42e6e848c" providerId="AD" clId="Web-{BED3BC4B-1C15-2DCB-0C2D-E70431964D5A}" dt="2025-12-10T08:53:50.514" v="65"/>
          <pc:sldLayoutMkLst>
            <pc:docMk/>
            <pc:sldMasterMk cId="594725491" sldId="2147483648"/>
            <pc:sldLayoutMk cId="4043166929" sldId="2147483649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514" v="65"/>
          <pc:sldLayoutMkLst>
            <pc:docMk/>
            <pc:sldMasterMk cId="594725491" sldId="2147483648"/>
            <pc:sldLayoutMk cId="3433200589" sldId="2147483650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514" v="65"/>
          <pc:sldLayoutMkLst>
            <pc:docMk/>
            <pc:sldMasterMk cId="594725491" sldId="2147483648"/>
            <pc:sldLayoutMk cId="2835585648" sldId="2147483651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514" v="65"/>
          <pc:sldLayoutMkLst>
            <pc:docMk/>
            <pc:sldMasterMk cId="594725491" sldId="2147483648"/>
            <pc:sldLayoutMk cId="742901757" sldId="2147483652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514" v="65"/>
          <pc:sldLayoutMkLst>
            <pc:docMk/>
            <pc:sldMasterMk cId="594725491" sldId="2147483648"/>
            <pc:sldLayoutMk cId="2024084034" sldId="2147483653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514" v="65"/>
          <pc:sldLayoutMkLst>
            <pc:docMk/>
            <pc:sldMasterMk cId="594725491" sldId="2147483648"/>
            <pc:sldLayoutMk cId="2440206447" sldId="2147483654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514" v="65"/>
          <pc:sldLayoutMkLst>
            <pc:docMk/>
            <pc:sldMasterMk cId="594725491" sldId="2147483648"/>
            <pc:sldLayoutMk cId="3087692832" sldId="2147483655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514" v="65"/>
          <pc:sldLayoutMkLst>
            <pc:docMk/>
            <pc:sldMasterMk cId="594725491" sldId="2147483648"/>
            <pc:sldLayoutMk cId="3453883237" sldId="2147483656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514" v="65"/>
          <pc:sldLayoutMkLst>
            <pc:docMk/>
            <pc:sldMasterMk cId="594725491" sldId="2147483648"/>
            <pc:sldLayoutMk cId="2509888776" sldId="2147483657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514" v="65"/>
          <pc:sldLayoutMkLst>
            <pc:docMk/>
            <pc:sldMasterMk cId="594725491" sldId="2147483648"/>
            <pc:sldLayoutMk cId="1699206799" sldId="2147483658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514" v="65"/>
          <pc:sldLayoutMkLst>
            <pc:docMk/>
            <pc:sldMasterMk cId="594725491" sldId="2147483648"/>
            <pc:sldLayoutMk cId="2809958959" sldId="2147483659"/>
          </pc:sldLayoutMkLst>
        </pc:sldLayoutChg>
      </pc:sldMasterChg>
      <pc:sldMasterChg chg="add del addSldLayout delSldLayout">
        <pc:chgData name="Rusa Kandiah (s)" userId="S::rusa.kandiah@students.fhnw.ch::51543bab-c3ed-43b4-aa03-5de42e6e848c" providerId="AD" clId="Web-{BED3BC4B-1C15-2DCB-0C2D-E70431964D5A}" dt="2025-12-10T08:52:52.794" v="62"/>
        <pc:sldMasterMkLst>
          <pc:docMk/>
          <pc:sldMasterMk cId="1779234679" sldId="2147483660"/>
        </pc:sldMasterMkLst>
        <pc:sldLayoutChg chg="add del">
          <pc:chgData name="Rusa Kandiah (s)" userId="S::rusa.kandiah@students.fhnw.ch::51543bab-c3ed-43b4-aa03-5de42e6e848c" providerId="AD" clId="Web-{BED3BC4B-1C15-2DCB-0C2D-E70431964D5A}" dt="2025-12-10T08:52:52.794" v="62"/>
          <pc:sldLayoutMkLst>
            <pc:docMk/>
            <pc:sldMasterMk cId="1779234679" sldId="2147483660"/>
            <pc:sldLayoutMk cId="2376776202" sldId="2147483661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52.794" v="62"/>
          <pc:sldLayoutMkLst>
            <pc:docMk/>
            <pc:sldMasterMk cId="1779234679" sldId="2147483660"/>
            <pc:sldLayoutMk cId="1838484237" sldId="2147483662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52.794" v="62"/>
          <pc:sldLayoutMkLst>
            <pc:docMk/>
            <pc:sldMasterMk cId="1779234679" sldId="2147483660"/>
            <pc:sldLayoutMk cId="1418103237" sldId="2147483663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52.794" v="62"/>
          <pc:sldLayoutMkLst>
            <pc:docMk/>
            <pc:sldMasterMk cId="1779234679" sldId="2147483660"/>
            <pc:sldLayoutMk cId="2266004355" sldId="2147483664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52.794" v="62"/>
          <pc:sldLayoutMkLst>
            <pc:docMk/>
            <pc:sldMasterMk cId="1779234679" sldId="2147483660"/>
            <pc:sldLayoutMk cId="3036772511" sldId="2147483665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52.794" v="62"/>
          <pc:sldLayoutMkLst>
            <pc:docMk/>
            <pc:sldMasterMk cId="1779234679" sldId="2147483660"/>
            <pc:sldLayoutMk cId="2684733671" sldId="2147483666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52.794" v="62"/>
          <pc:sldLayoutMkLst>
            <pc:docMk/>
            <pc:sldMasterMk cId="1779234679" sldId="2147483660"/>
            <pc:sldLayoutMk cId="2256801927" sldId="2147483667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52.794" v="62"/>
          <pc:sldLayoutMkLst>
            <pc:docMk/>
            <pc:sldMasterMk cId="1779234679" sldId="2147483660"/>
            <pc:sldLayoutMk cId="1026735833" sldId="2147483668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52.794" v="62"/>
          <pc:sldLayoutMkLst>
            <pc:docMk/>
            <pc:sldMasterMk cId="1779234679" sldId="2147483660"/>
            <pc:sldLayoutMk cId="609264032" sldId="2147483669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52.794" v="62"/>
          <pc:sldLayoutMkLst>
            <pc:docMk/>
            <pc:sldMasterMk cId="1779234679" sldId="2147483660"/>
            <pc:sldLayoutMk cId="280732104" sldId="2147483670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52.794" v="62"/>
          <pc:sldLayoutMkLst>
            <pc:docMk/>
            <pc:sldMasterMk cId="1779234679" sldId="2147483660"/>
            <pc:sldLayoutMk cId="1656304895" sldId="2147483671"/>
          </pc:sldLayoutMkLst>
        </pc:sldLayoutChg>
      </pc:sldMasterChg>
      <pc:sldMasterChg chg="add del addSldLayout delSldLayout">
        <pc:chgData name="Rusa Kandiah (s)" userId="S::rusa.kandiah@students.fhnw.ch::51543bab-c3ed-43b4-aa03-5de42e6e848c" providerId="AD" clId="Web-{BED3BC4B-1C15-2DCB-0C2D-E70431964D5A}" dt="2025-12-10T08:52:24.059" v="58"/>
        <pc:sldMasterMkLst>
          <pc:docMk/>
          <pc:sldMasterMk cId="796736016" sldId="2147483683"/>
        </pc:sldMasterMkLst>
        <pc:sldLayoutChg chg="add del">
          <pc:chgData name="Rusa Kandiah (s)" userId="S::rusa.kandiah@students.fhnw.ch::51543bab-c3ed-43b4-aa03-5de42e6e848c" providerId="AD" clId="Web-{BED3BC4B-1C15-2DCB-0C2D-E70431964D5A}" dt="2025-12-10T08:52:24.059" v="58"/>
          <pc:sldLayoutMkLst>
            <pc:docMk/>
            <pc:sldMasterMk cId="796736016" sldId="2147483683"/>
            <pc:sldLayoutMk cId="380090121" sldId="2147483672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24.059" v="58"/>
          <pc:sldLayoutMkLst>
            <pc:docMk/>
            <pc:sldMasterMk cId="796736016" sldId="2147483683"/>
            <pc:sldLayoutMk cId="4010163903" sldId="2147483673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24.059" v="58"/>
          <pc:sldLayoutMkLst>
            <pc:docMk/>
            <pc:sldMasterMk cId="796736016" sldId="2147483683"/>
            <pc:sldLayoutMk cId="3028439298" sldId="2147483674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24.059" v="58"/>
          <pc:sldLayoutMkLst>
            <pc:docMk/>
            <pc:sldMasterMk cId="796736016" sldId="2147483683"/>
            <pc:sldLayoutMk cId="2878589868" sldId="2147483675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24.059" v="58"/>
          <pc:sldLayoutMkLst>
            <pc:docMk/>
            <pc:sldMasterMk cId="796736016" sldId="2147483683"/>
            <pc:sldLayoutMk cId="1711206271" sldId="2147483676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24.059" v="58"/>
          <pc:sldLayoutMkLst>
            <pc:docMk/>
            <pc:sldMasterMk cId="796736016" sldId="2147483683"/>
            <pc:sldLayoutMk cId="829624883" sldId="2147483677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24.059" v="58"/>
          <pc:sldLayoutMkLst>
            <pc:docMk/>
            <pc:sldMasterMk cId="796736016" sldId="2147483683"/>
            <pc:sldLayoutMk cId="3200890140" sldId="2147483678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24.059" v="58"/>
          <pc:sldLayoutMkLst>
            <pc:docMk/>
            <pc:sldMasterMk cId="796736016" sldId="2147483683"/>
            <pc:sldLayoutMk cId="673519235" sldId="2147483679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24.059" v="58"/>
          <pc:sldLayoutMkLst>
            <pc:docMk/>
            <pc:sldMasterMk cId="796736016" sldId="2147483683"/>
            <pc:sldLayoutMk cId="1107400769" sldId="2147483680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24.059" v="58"/>
          <pc:sldLayoutMkLst>
            <pc:docMk/>
            <pc:sldMasterMk cId="796736016" sldId="2147483683"/>
            <pc:sldLayoutMk cId="1010946855" sldId="2147483681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24.059" v="58"/>
          <pc:sldLayoutMkLst>
            <pc:docMk/>
            <pc:sldMasterMk cId="796736016" sldId="2147483683"/>
            <pc:sldLayoutMk cId="1313561544" sldId="2147483682"/>
          </pc:sldLayoutMkLst>
        </pc:sldLayoutChg>
      </pc:sldMasterChg>
      <pc:sldMasterChg chg="add del addSldLayout delSldLayout">
        <pc:chgData name="Rusa Kandiah (s)" userId="S::rusa.kandiah@students.fhnw.ch::51543bab-c3ed-43b4-aa03-5de42e6e848c" providerId="AD" clId="Web-{BED3BC4B-1C15-2DCB-0C2D-E70431964D5A}" dt="2025-12-10T09:04:44.681" v="324"/>
        <pc:sldMasterMkLst>
          <pc:docMk/>
          <pc:sldMasterMk cId="3678146261" sldId="2147483683"/>
        </pc:sldMasterMkLst>
        <pc:sldLayoutChg chg="add del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3678146261" sldId="2147483683"/>
            <pc:sldLayoutMk cId="1867281106" sldId="2147483672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3678146261" sldId="2147483683"/>
            <pc:sldLayoutMk cId="213149597" sldId="2147483673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3678146261" sldId="2147483683"/>
            <pc:sldLayoutMk cId="281660390" sldId="2147483674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3678146261" sldId="2147483683"/>
            <pc:sldLayoutMk cId="2200921021" sldId="2147483675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3678146261" sldId="2147483683"/>
            <pc:sldLayoutMk cId="1433895620" sldId="2147483676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3678146261" sldId="2147483683"/>
            <pc:sldLayoutMk cId="557237252" sldId="2147483677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3678146261" sldId="2147483683"/>
            <pc:sldLayoutMk cId="4129830444" sldId="2147483678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3678146261" sldId="2147483683"/>
            <pc:sldLayoutMk cId="3887818171" sldId="2147483679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3678146261" sldId="2147483683"/>
            <pc:sldLayoutMk cId="2461892173" sldId="2147483680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3678146261" sldId="2147483683"/>
            <pc:sldLayoutMk cId="3072407974" sldId="2147483681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3678146261" sldId="2147483683"/>
            <pc:sldLayoutMk cId="1011646404" sldId="2147483682"/>
          </pc:sldLayoutMkLst>
        </pc:sldLayoutChg>
      </pc:sldMasterChg>
      <pc:sldMasterChg chg="add del addSldLayout delSldLayout">
        <pc:chgData name="Rusa Kandiah (s)" userId="S::rusa.kandiah@students.fhnw.ch::51543bab-c3ed-43b4-aa03-5de42e6e848c" providerId="AD" clId="Web-{BED3BC4B-1C15-2DCB-0C2D-E70431964D5A}" dt="2025-12-10T08:53:50.451" v="64"/>
        <pc:sldMasterMkLst>
          <pc:docMk/>
          <pc:sldMasterMk cId="2502757800" sldId="2147483696"/>
        </pc:sldMasterMkLst>
        <pc:sldLayoutChg chg="add del">
          <pc:chgData name="Rusa Kandiah (s)" userId="S::rusa.kandiah@students.fhnw.ch::51543bab-c3ed-43b4-aa03-5de42e6e848c" providerId="AD" clId="Web-{BED3BC4B-1C15-2DCB-0C2D-E70431964D5A}" dt="2025-12-10T08:53:50.451" v="64"/>
          <pc:sldLayoutMkLst>
            <pc:docMk/>
            <pc:sldMasterMk cId="2502757800" sldId="2147483696"/>
            <pc:sldLayoutMk cId="3262063735" sldId="2147483685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451" v="64"/>
          <pc:sldLayoutMkLst>
            <pc:docMk/>
            <pc:sldMasterMk cId="2502757800" sldId="2147483696"/>
            <pc:sldLayoutMk cId="2286115821" sldId="2147483686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451" v="64"/>
          <pc:sldLayoutMkLst>
            <pc:docMk/>
            <pc:sldMasterMk cId="2502757800" sldId="2147483696"/>
            <pc:sldLayoutMk cId="1135991764" sldId="2147483687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451" v="64"/>
          <pc:sldLayoutMkLst>
            <pc:docMk/>
            <pc:sldMasterMk cId="2502757800" sldId="2147483696"/>
            <pc:sldLayoutMk cId="1645242322" sldId="2147483688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451" v="64"/>
          <pc:sldLayoutMkLst>
            <pc:docMk/>
            <pc:sldMasterMk cId="2502757800" sldId="2147483696"/>
            <pc:sldLayoutMk cId="3326219516" sldId="2147483689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451" v="64"/>
          <pc:sldLayoutMkLst>
            <pc:docMk/>
            <pc:sldMasterMk cId="2502757800" sldId="2147483696"/>
            <pc:sldLayoutMk cId="4266248598" sldId="2147483690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451" v="64"/>
          <pc:sldLayoutMkLst>
            <pc:docMk/>
            <pc:sldMasterMk cId="2502757800" sldId="2147483696"/>
            <pc:sldLayoutMk cId="4245331290" sldId="2147483691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451" v="64"/>
          <pc:sldLayoutMkLst>
            <pc:docMk/>
            <pc:sldMasterMk cId="2502757800" sldId="2147483696"/>
            <pc:sldLayoutMk cId="395112597" sldId="2147483692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451" v="64"/>
          <pc:sldLayoutMkLst>
            <pc:docMk/>
            <pc:sldMasterMk cId="2502757800" sldId="2147483696"/>
            <pc:sldLayoutMk cId="2871643955" sldId="2147483693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451" v="64"/>
          <pc:sldLayoutMkLst>
            <pc:docMk/>
            <pc:sldMasterMk cId="2502757800" sldId="2147483696"/>
            <pc:sldLayoutMk cId="3632602988" sldId="2147483694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3:50.451" v="64"/>
          <pc:sldLayoutMkLst>
            <pc:docMk/>
            <pc:sldMasterMk cId="2502757800" sldId="2147483696"/>
            <pc:sldLayoutMk cId="3796157794" sldId="2147483695"/>
          </pc:sldLayoutMkLst>
        </pc:sldLayoutChg>
      </pc:sldMasterChg>
      <pc:sldMasterChg chg="add del addSldLayout delSldLayout">
        <pc:chgData name="Rusa Kandiah (s)" userId="S::rusa.kandiah@students.fhnw.ch::51543bab-c3ed-43b4-aa03-5de42e6e848c" providerId="AD" clId="Web-{BED3BC4B-1C15-2DCB-0C2D-E70431964D5A}" dt="2025-12-10T09:00:24.004" v="225"/>
        <pc:sldMasterMkLst>
          <pc:docMk/>
          <pc:sldMasterMk cId="1299730858" sldId="2147483721"/>
        </pc:sldMasterMkLst>
        <pc:sldLayoutChg chg="add del">
          <pc:chgData name="Rusa Kandiah (s)" userId="S::rusa.kandiah@students.fhnw.ch::51543bab-c3ed-43b4-aa03-5de42e6e848c" providerId="AD" clId="Web-{BED3BC4B-1C15-2DCB-0C2D-E70431964D5A}" dt="2025-12-10T09:00:24.004" v="225"/>
          <pc:sldLayoutMkLst>
            <pc:docMk/>
            <pc:sldMasterMk cId="1299730858" sldId="2147483721"/>
            <pc:sldLayoutMk cId="3654474738" sldId="2147483710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0:24.004" v="225"/>
          <pc:sldLayoutMkLst>
            <pc:docMk/>
            <pc:sldMasterMk cId="1299730858" sldId="2147483721"/>
            <pc:sldLayoutMk cId="2513745066" sldId="2147483711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0:24.004" v="225"/>
          <pc:sldLayoutMkLst>
            <pc:docMk/>
            <pc:sldMasterMk cId="1299730858" sldId="2147483721"/>
            <pc:sldLayoutMk cId="3864494782" sldId="2147483712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0:24.004" v="225"/>
          <pc:sldLayoutMkLst>
            <pc:docMk/>
            <pc:sldMasterMk cId="1299730858" sldId="2147483721"/>
            <pc:sldLayoutMk cId="2682077515" sldId="2147483713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0:24.004" v="225"/>
          <pc:sldLayoutMkLst>
            <pc:docMk/>
            <pc:sldMasterMk cId="1299730858" sldId="2147483721"/>
            <pc:sldLayoutMk cId="4267245740" sldId="2147483714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0:24.004" v="225"/>
          <pc:sldLayoutMkLst>
            <pc:docMk/>
            <pc:sldMasterMk cId="1299730858" sldId="2147483721"/>
            <pc:sldLayoutMk cId="3676349708" sldId="2147483715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0:24.004" v="225"/>
          <pc:sldLayoutMkLst>
            <pc:docMk/>
            <pc:sldMasterMk cId="1299730858" sldId="2147483721"/>
            <pc:sldLayoutMk cId="1545250207" sldId="2147483716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0:24.004" v="225"/>
          <pc:sldLayoutMkLst>
            <pc:docMk/>
            <pc:sldMasterMk cId="1299730858" sldId="2147483721"/>
            <pc:sldLayoutMk cId="3432282748" sldId="2147483717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0:24.004" v="225"/>
          <pc:sldLayoutMkLst>
            <pc:docMk/>
            <pc:sldMasterMk cId="1299730858" sldId="2147483721"/>
            <pc:sldLayoutMk cId="4161897959" sldId="2147483718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0:24.004" v="225"/>
          <pc:sldLayoutMkLst>
            <pc:docMk/>
            <pc:sldMasterMk cId="1299730858" sldId="2147483721"/>
            <pc:sldLayoutMk cId="2622061965" sldId="2147483719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0:24.004" v="225"/>
          <pc:sldLayoutMkLst>
            <pc:docMk/>
            <pc:sldMasterMk cId="1299730858" sldId="2147483721"/>
            <pc:sldLayoutMk cId="706094259" sldId="2147483720"/>
          </pc:sldLayoutMkLst>
        </pc:sldLayoutChg>
      </pc:sldMasterChg>
      <pc:sldMasterChg chg="add addSldLayout">
        <pc:chgData name="Rusa Kandiah (s)" userId="S::rusa.kandiah@students.fhnw.ch::51543bab-c3ed-43b4-aa03-5de42e6e848c" providerId="AD" clId="Web-{BED3BC4B-1C15-2DCB-0C2D-E70431964D5A}" dt="2025-12-10T09:04:44.681" v="324"/>
        <pc:sldMasterMkLst>
          <pc:docMk/>
          <pc:sldMasterMk cId="1817906089" sldId="2147483721"/>
        </pc:sldMasterMkLst>
        <pc:sldLayoutChg chg="add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1817906089" sldId="2147483721"/>
            <pc:sldLayoutMk cId="851990335" sldId="2147483710"/>
          </pc:sldLayoutMkLst>
        </pc:sldLayoutChg>
        <pc:sldLayoutChg chg="add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1817906089" sldId="2147483721"/>
            <pc:sldLayoutMk cId="3547790100" sldId="2147483711"/>
          </pc:sldLayoutMkLst>
        </pc:sldLayoutChg>
        <pc:sldLayoutChg chg="add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1817906089" sldId="2147483721"/>
            <pc:sldLayoutMk cId="1764502778" sldId="2147483712"/>
          </pc:sldLayoutMkLst>
        </pc:sldLayoutChg>
        <pc:sldLayoutChg chg="add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1817906089" sldId="2147483721"/>
            <pc:sldLayoutMk cId="1311347118" sldId="2147483713"/>
          </pc:sldLayoutMkLst>
        </pc:sldLayoutChg>
        <pc:sldLayoutChg chg="add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1817906089" sldId="2147483721"/>
            <pc:sldLayoutMk cId="3955140522" sldId="2147483714"/>
          </pc:sldLayoutMkLst>
        </pc:sldLayoutChg>
        <pc:sldLayoutChg chg="add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1817906089" sldId="2147483721"/>
            <pc:sldLayoutMk cId="1439271356" sldId="2147483715"/>
          </pc:sldLayoutMkLst>
        </pc:sldLayoutChg>
        <pc:sldLayoutChg chg="add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1817906089" sldId="2147483721"/>
            <pc:sldLayoutMk cId="1569042149" sldId="2147483716"/>
          </pc:sldLayoutMkLst>
        </pc:sldLayoutChg>
        <pc:sldLayoutChg chg="add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1817906089" sldId="2147483721"/>
            <pc:sldLayoutMk cId="1333691021" sldId="2147483717"/>
          </pc:sldLayoutMkLst>
        </pc:sldLayoutChg>
        <pc:sldLayoutChg chg="add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1817906089" sldId="2147483721"/>
            <pc:sldLayoutMk cId="2329337938" sldId="2147483718"/>
          </pc:sldLayoutMkLst>
        </pc:sldLayoutChg>
        <pc:sldLayoutChg chg="add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1817906089" sldId="2147483721"/>
            <pc:sldLayoutMk cId="3299049173" sldId="2147483719"/>
          </pc:sldLayoutMkLst>
        </pc:sldLayoutChg>
        <pc:sldLayoutChg chg="add">
          <pc:chgData name="Rusa Kandiah (s)" userId="S::rusa.kandiah@students.fhnw.ch::51543bab-c3ed-43b4-aa03-5de42e6e848c" providerId="AD" clId="Web-{BED3BC4B-1C15-2DCB-0C2D-E70431964D5A}" dt="2025-12-10T09:04:44.681" v="324"/>
          <pc:sldLayoutMkLst>
            <pc:docMk/>
            <pc:sldMasterMk cId="1817906089" sldId="2147483721"/>
            <pc:sldLayoutMk cId="2572287360" sldId="2147483720"/>
          </pc:sldLayoutMkLst>
        </pc:sldLayoutChg>
      </pc:sldMasterChg>
      <pc:sldMasterChg chg="add del addSldLayout delSldLayout">
        <pc:chgData name="Rusa Kandiah (s)" userId="S::rusa.kandiah@students.fhnw.ch::51543bab-c3ed-43b4-aa03-5de42e6e848c" providerId="AD" clId="Web-{BED3BC4B-1C15-2DCB-0C2D-E70431964D5A}" dt="2025-12-10T09:02:43.396" v="276"/>
        <pc:sldMasterMkLst>
          <pc:docMk/>
          <pc:sldMasterMk cId="3678146261" sldId="2147483733"/>
        </pc:sldMasterMkLst>
        <pc:sldLayoutChg chg="add del">
          <pc:chgData name="Rusa Kandiah (s)" userId="S::rusa.kandiah@students.fhnw.ch::51543bab-c3ed-43b4-aa03-5de42e6e848c" providerId="AD" clId="Web-{BED3BC4B-1C15-2DCB-0C2D-E70431964D5A}" dt="2025-12-10T09:02:43.396" v="276"/>
          <pc:sldLayoutMkLst>
            <pc:docMk/>
            <pc:sldMasterMk cId="3678146261" sldId="2147483733"/>
            <pc:sldLayoutMk cId="1867281106" sldId="2147483722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2:43.396" v="276"/>
          <pc:sldLayoutMkLst>
            <pc:docMk/>
            <pc:sldMasterMk cId="3678146261" sldId="2147483733"/>
            <pc:sldLayoutMk cId="213149597" sldId="2147483723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2:43.396" v="276"/>
          <pc:sldLayoutMkLst>
            <pc:docMk/>
            <pc:sldMasterMk cId="3678146261" sldId="2147483733"/>
            <pc:sldLayoutMk cId="281660390" sldId="2147483724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2:43.396" v="276"/>
          <pc:sldLayoutMkLst>
            <pc:docMk/>
            <pc:sldMasterMk cId="3678146261" sldId="2147483733"/>
            <pc:sldLayoutMk cId="2200921021" sldId="2147483725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2:43.396" v="276"/>
          <pc:sldLayoutMkLst>
            <pc:docMk/>
            <pc:sldMasterMk cId="3678146261" sldId="2147483733"/>
            <pc:sldLayoutMk cId="1433895620" sldId="2147483726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2:43.396" v="276"/>
          <pc:sldLayoutMkLst>
            <pc:docMk/>
            <pc:sldMasterMk cId="3678146261" sldId="2147483733"/>
            <pc:sldLayoutMk cId="557237252" sldId="2147483727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2:43.396" v="276"/>
          <pc:sldLayoutMkLst>
            <pc:docMk/>
            <pc:sldMasterMk cId="3678146261" sldId="2147483733"/>
            <pc:sldLayoutMk cId="4129830444" sldId="2147483728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2:43.396" v="276"/>
          <pc:sldLayoutMkLst>
            <pc:docMk/>
            <pc:sldMasterMk cId="3678146261" sldId="2147483733"/>
            <pc:sldLayoutMk cId="3887818171" sldId="2147483729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2:43.396" v="276"/>
          <pc:sldLayoutMkLst>
            <pc:docMk/>
            <pc:sldMasterMk cId="3678146261" sldId="2147483733"/>
            <pc:sldLayoutMk cId="2461892173" sldId="2147483730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2:43.396" v="276"/>
          <pc:sldLayoutMkLst>
            <pc:docMk/>
            <pc:sldMasterMk cId="3678146261" sldId="2147483733"/>
            <pc:sldLayoutMk cId="3072407974" sldId="2147483731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9:02:43.396" v="276"/>
          <pc:sldLayoutMkLst>
            <pc:docMk/>
            <pc:sldMasterMk cId="3678146261" sldId="2147483733"/>
            <pc:sldLayoutMk cId="1011646404" sldId="2147483732"/>
          </pc:sldLayoutMkLst>
        </pc:sldLayoutChg>
      </pc:sldMasterChg>
      <pc:sldMasterChg chg="add del addSldLayout delSldLayout">
        <pc:chgData name="Rusa Kandiah (s)" userId="S::rusa.kandiah@students.fhnw.ch::51543bab-c3ed-43b4-aa03-5de42e6e848c" providerId="AD" clId="Web-{BED3BC4B-1C15-2DCB-0C2D-E70431964D5A}" dt="2025-12-10T08:52:35.215" v="60"/>
        <pc:sldMasterMkLst>
          <pc:docMk/>
          <pc:sldMasterMk cId="3533115435" sldId="2147483748"/>
        </pc:sldMasterMkLst>
        <pc:sldLayoutChg chg="add del">
          <pc:chgData name="Rusa Kandiah (s)" userId="S::rusa.kandiah@students.fhnw.ch::51543bab-c3ed-43b4-aa03-5de42e6e848c" providerId="AD" clId="Web-{BED3BC4B-1C15-2DCB-0C2D-E70431964D5A}" dt="2025-12-10T08:52:35.215" v="60"/>
          <pc:sldLayoutMkLst>
            <pc:docMk/>
            <pc:sldMasterMk cId="3533115435" sldId="2147483748"/>
            <pc:sldLayoutMk cId="2212460753" sldId="2147483737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35.215" v="60"/>
          <pc:sldLayoutMkLst>
            <pc:docMk/>
            <pc:sldMasterMk cId="3533115435" sldId="2147483748"/>
            <pc:sldLayoutMk cId="380213848" sldId="2147483738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35.215" v="60"/>
          <pc:sldLayoutMkLst>
            <pc:docMk/>
            <pc:sldMasterMk cId="3533115435" sldId="2147483748"/>
            <pc:sldLayoutMk cId="2631154070" sldId="2147483739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35.215" v="60"/>
          <pc:sldLayoutMkLst>
            <pc:docMk/>
            <pc:sldMasterMk cId="3533115435" sldId="2147483748"/>
            <pc:sldLayoutMk cId="1539697898" sldId="2147483740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35.215" v="60"/>
          <pc:sldLayoutMkLst>
            <pc:docMk/>
            <pc:sldMasterMk cId="3533115435" sldId="2147483748"/>
            <pc:sldLayoutMk cId="2427943767" sldId="2147483741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35.215" v="60"/>
          <pc:sldLayoutMkLst>
            <pc:docMk/>
            <pc:sldMasterMk cId="3533115435" sldId="2147483748"/>
            <pc:sldLayoutMk cId="1754644671" sldId="2147483742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35.215" v="60"/>
          <pc:sldLayoutMkLst>
            <pc:docMk/>
            <pc:sldMasterMk cId="3533115435" sldId="2147483748"/>
            <pc:sldLayoutMk cId="1661417967" sldId="2147483743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35.215" v="60"/>
          <pc:sldLayoutMkLst>
            <pc:docMk/>
            <pc:sldMasterMk cId="3533115435" sldId="2147483748"/>
            <pc:sldLayoutMk cId="1789213025" sldId="2147483744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35.215" v="60"/>
          <pc:sldLayoutMkLst>
            <pc:docMk/>
            <pc:sldMasterMk cId="3533115435" sldId="2147483748"/>
            <pc:sldLayoutMk cId="1881806271" sldId="2147483745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35.215" v="60"/>
          <pc:sldLayoutMkLst>
            <pc:docMk/>
            <pc:sldMasterMk cId="3533115435" sldId="2147483748"/>
            <pc:sldLayoutMk cId="3786048750" sldId="2147483746"/>
          </pc:sldLayoutMkLst>
        </pc:sldLayoutChg>
        <pc:sldLayoutChg chg="add del">
          <pc:chgData name="Rusa Kandiah (s)" userId="S::rusa.kandiah@students.fhnw.ch::51543bab-c3ed-43b4-aa03-5de42e6e848c" providerId="AD" clId="Web-{BED3BC4B-1C15-2DCB-0C2D-E70431964D5A}" dt="2025-12-10T08:52:35.215" v="60"/>
          <pc:sldLayoutMkLst>
            <pc:docMk/>
            <pc:sldMasterMk cId="3533115435" sldId="2147483748"/>
            <pc:sldLayoutMk cId="2060024119" sldId="2147483747"/>
          </pc:sldLayoutMkLst>
        </pc:sldLayoutChg>
      </pc:sldMasterChg>
    </pc:docChg>
  </pc:docChgLst>
  <pc:docChgLst>
    <pc:chgData name="Rusa Kandiah (s)" userId="S::rusa.kandiah@students.fhnw.ch::51543bab-c3ed-43b4-aa03-5de42e6e848c" providerId="AD" clId="Web-{957A8F13-A3A0-B06B-DB3D-C20B964D7AD9}"/>
    <pc:docChg chg="addSld delSld modSld">
      <pc:chgData name="Rusa Kandiah (s)" userId="S::rusa.kandiah@students.fhnw.ch::51543bab-c3ed-43b4-aa03-5de42e6e848c" providerId="AD" clId="Web-{957A8F13-A3A0-B06B-DB3D-C20B964D7AD9}" dt="2025-12-10T10:21:47.868" v="344"/>
      <pc:docMkLst>
        <pc:docMk/>
      </pc:docMkLst>
      <pc:sldChg chg="addSp delSp modSp mod setClrOvrMap">
        <pc:chgData name="Rusa Kandiah (s)" userId="S::rusa.kandiah@students.fhnw.ch::51543bab-c3ed-43b4-aa03-5de42e6e848c" providerId="AD" clId="Web-{957A8F13-A3A0-B06B-DB3D-C20B964D7AD9}" dt="2025-12-10T10:12:01.889" v="195"/>
        <pc:sldMkLst>
          <pc:docMk/>
          <pc:sldMk cId="1577499883" sldId="256"/>
        </pc:sldMkLst>
        <pc:spChg chg="mod">
          <ac:chgData name="Rusa Kandiah (s)" userId="S::rusa.kandiah@students.fhnw.ch::51543bab-c3ed-43b4-aa03-5de42e6e848c" providerId="AD" clId="Web-{957A8F13-A3A0-B06B-DB3D-C20B964D7AD9}" dt="2025-12-10T10:12:01.889" v="195"/>
          <ac:spMkLst>
            <pc:docMk/>
            <pc:sldMk cId="1577499883" sldId="256"/>
            <ac:spMk id="2" creationId="{00000000-0000-0000-0000-000000000000}"/>
          </ac:spMkLst>
        </pc:spChg>
        <pc:spChg chg="mod">
          <ac:chgData name="Rusa Kandiah (s)" userId="S::rusa.kandiah@students.fhnw.ch::51543bab-c3ed-43b4-aa03-5de42e6e848c" providerId="AD" clId="Web-{957A8F13-A3A0-B06B-DB3D-C20B964D7AD9}" dt="2025-12-10T10:12:01.889" v="195"/>
          <ac:spMkLst>
            <pc:docMk/>
            <pc:sldMk cId="1577499883" sldId="256"/>
            <ac:spMk id="3" creationId="{00000000-0000-0000-0000-000000000000}"/>
          </ac:spMkLst>
        </pc:spChg>
        <pc:spChg chg="del">
          <ac:chgData name="Rusa Kandiah (s)" userId="S::rusa.kandiah@students.fhnw.ch::51543bab-c3ed-43b4-aa03-5de42e6e848c" providerId="AD" clId="Web-{957A8F13-A3A0-B06B-DB3D-C20B964D7AD9}" dt="2025-12-10T10:10:16.806" v="185"/>
          <ac:spMkLst>
            <pc:docMk/>
            <pc:sldMk cId="1577499883" sldId="256"/>
            <ac:spMk id="49" creationId="{E20BB609-EF92-42DB-836C-0699A590B5CF}"/>
          </ac:spMkLst>
        </pc:spChg>
        <pc:spChg chg="del">
          <ac:chgData name="Rusa Kandiah (s)" userId="S::rusa.kandiah@students.fhnw.ch::51543bab-c3ed-43b4-aa03-5de42e6e848c" providerId="AD" clId="Web-{957A8F13-A3A0-B06B-DB3D-C20B964D7AD9}" dt="2025-12-10T10:10:16.806" v="185"/>
          <ac:spMkLst>
            <pc:docMk/>
            <pc:sldMk cId="1577499883" sldId="256"/>
            <ac:spMk id="51" creationId="{ECF0998E-D577-43EA-A7B8-E3EC67F75955}"/>
          </ac:spMkLst>
        </pc:spChg>
        <pc:spChg chg="del">
          <ac:chgData name="Rusa Kandiah (s)" userId="S::rusa.kandiah@students.fhnw.ch::51543bab-c3ed-43b4-aa03-5de42e6e848c" providerId="AD" clId="Web-{957A8F13-A3A0-B06B-DB3D-C20B964D7AD9}" dt="2025-12-10T10:10:16.806" v="185"/>
          <ac:spMkLst>
            <pc:docMk/>
            <pc:sldMk cId="1577499883" sldId="256"/>
            <ac:spMk id="53" creationId="{B2C335F7-F61C-4EB4-80F2-4B1438FE66BB}"/>
          </ac:spMkLst>
        </pc:spChg>
        <pc:spChg chg="del">
          <ac:chgData name="Rusa Kandiah (s)" userId="S::rusa.kandiah@students.fhnw.ch::51543bab-c3ed-43b4-aa03-5de42e6e848c" providerId="AD" clId="Web-{957A8F13-A3A0-B06B-DB3D-C20B964D7AD9}" dt="2025-12-10T10:10:16.806" v="185"/>
          <ac:spMkLst>
            <pc:docMk/>
            <pc:sldMk cId="1577499883" sldId="256"/>
            <ac:spMk id="55" creationId="{E7DC364D-882B-4786-89FB-1703C1A5CFF0}"/>
          </ac:spMkLst>
        </pc:spChg>
        <pc:spChg chg="del">
          <ac:chgData name="Rusa Kandiah (s)" userId="S::rusa.kandiah@students.fhnw.ch::51543bab-c3ed-43b4-aa03-5de42e6e848c" providerId="AD" clId="Web-{957A8F13-A3A0-B06B-DB3D-C20B964D7AD9}" dt="2025-12-10T10:10:16.806" v="185"/>
          <ac:spMkLst>
            <pc:docMk/>
            <pc:sldMk cId="1577499883" sldId="256"/>
            <ac:spMk id="57" creationId="{F1189494-2B67-46D2-93D6-A122A09BF6B2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1:02.042" v="188"/>
          <ac:spMkLst>
            <pc:docMk/>
            <pc:sldMk cId="1577499883" sldId="256"/>
            <ac:spMk id="62" creationId="{E20BB609-EF92-42DB-836C-0699A590B5CF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1:02.042" v="188"/>
          <ac:spMkLst>
            <pc:docMk/>
            <pc:sldMk cId="1577499883" sldId="256"/>
            <ac:spMk id="64" creationId="{637992A9-1E8C-4E57-B4F4-EE2D38E504A2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1:02.042" v="188"/>
          <ac:spMkLst>
            <pc:docMk/>
            <pc:sldMk cId="1577499883" sldId="256"/>
            <ac:spMk id="66" creationId="{B2C335F7-F61C-4EB4-80F2-4B1438FE66BB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2:01.889" v="195"/>
          <ac:spMkLst>
            <pc:docMk/>
            <pc:sldMk cId="1577499883" sldId="256"/>
            <ac:spMk id="71" creationId="{E20BB609-EF92-42DB-836C-0699A590B5CF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2:01.889" v="195"/>
          <ac:spMkLst>
            <pc:docMk/>
            <pc:sldMk cId="1577499883" sldId="256"/>
            <ac:spMk id="73" creationId="{637992A9-1E8C-4E57-B4F4-EE2D38E504A2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2:01.889" v="195"/>
          <ac:spMkLst>
            <pc:docMk/>
            <pc:sldMk cId="1577499883" sldId="256"/>
            <ac:spMk id="75" creationId="{B2C335F7-F61C-4EB4-80F2-4B1438FE66BB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2:01.873" v="194"/>
          <ac:spMkLst>
            <pc:docMk/>
            <pc:sldMk cId="1577499883" sldId="256"/>
            <ac:spMk id="77" creationId="{E20BB609-EF92-42DB-836C-0699A590B5CF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2:01.873" v="194"/>
          <ac:spMkLst>
            <pc:docMk/>
            <pc:sldMk cId="1577499883" sldId="256"/>
            <ac:spMk id="78" creationId="{67B3E2DB-180D-4752-BBB6-987822D6BC7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2:01.873" v="194"/>
          <ac:spMkLst>
            <pc:docMk/>
            <pc:sldMk cId="1577499883" sldId="256"/>
            <ac:spMk id="79" creationId="{B2C335F7-F61C-4EB4-80F2-4B1438FE66BB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1:36.997" v="191"/>
          <ac:spMkLst>
            <pc:docMk/>
            <pc:sldMk cId="1577499883" sldId="256"/>
            <ac:spMk id="80" creationId="{774A975B-A886-5202-0489-6965514A0D14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10:12:01.889" v="195"/>
          <ac:spMkLst>
            <pc:docMk/>
            <pc:sldMk cId="1577499883" sldId="256"/>
            <ac:spMk id="81" creationId="{E20BB609-EF92-42DB-836C-0699A590B5CF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1:36.997" v="191"/>
          <ac:spMkLst>
            <pc:docMk/>
            <pc:sldMk cId="1577499883" sldId="256"/>
            <ac:spMk id="82" creationId="{4C32CD27-7027-AB2B-38F1-71C08EB84030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10:12:01.889" v="195"/>
          <ac:spMkLst>
            <pc:docMk/>
            <pc:sldMk cId="1577499883" sldId="256"/>
            <ac:spMk id="83" creationId="{95FAE947-7211-4722-9026-8E874A8AD3CB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1:36.997" v="191"/>
          <ac:spMkLst>
            <pc:docMk/>
            <pc:sldMk cId="1577499883" sldId="256"/>
            <ac:spMk id="84" creationId="{C6DD38CD-CFFE-4ABA-3DC8-01ED90559EBE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10:12:01.889" v="195"/>
          <ac:spMkLst>
            <pc:docMk/>
            <pc:sldMk cId="1577499883" sldId="256"/>
            <ac:spMk id="85" creationId="{9853E504-CE7A-45E8-9030-0BFDACF83158}"/>
          </ac:spMkLst>
        </pc:spChg>
        <pc:picChg chg="add del mod">
          <ac:chgData name="Rusa Kandiah (s)" userId="S::rusa.kandiah@students.fhnw.ch::51543bab-c3ed-43b4-aa03-5de42e6e848c" providerId="AD" clId="Web-{957A8F13-A3A0-B06B-DB3D-C20B964D7AD9}" dt="2025-12-10T10:10:53.761" v="186"/>
          <ac:picMkLst>
            <pc:docMk/>
            <pc:sldMk cId="1577499883" sldId="256"/>
            <ac:picMk id="4" creationId="{A4F59349-86C0-D49B-A38B-3636CDA6C326}"/>
          </ac:picMkLst>
        </pc:picChg>
        <pc:picChg chg="add mod ord">
          <ac:chgData name="Rusa Kandiah (s)" userId="S::rusa.kandiah@students.fhnw.ch::51543bab-c3ed-43b4-aa03-5de42e6e848c" providerId="AD" clId="Web-{957A8F13-A3A0-B06B-DB3D-C20B964D7AD9}" dt="2025-12-10T10:11:36.997" v="191"/>
          <ac:picMkLst>
            <pc:docMk/>
            <pc:sldMk cId="1577499883" sldId="256"/>
            <ac:picMk id="5" creationId="{219AB6C9-2E21-511B-817C-428130C0C4CC}"/>
          </ac:picMkLst>
        </pc:picChg>
        <pc:picChg chg="del">
          <ac:chgData name="Rusa Kandiah (s)" userId="S::rusa.kandiah@students.fhnw.ch::51543bab-c3ed-43b4-aa03-5de42e6e848c" providerId="AD" clId="Web-{957A8F13-A3A0-B06B-DB3D-C20B964D7AD9}" dt="2025-12-10T10:10:13.993" v="184"/>
          <ac:picMkLst>
            <pc:docMk/>
            <pc:sldMk cId="1577499883" sldId="256"/>
            <ac:picMk id="7" creationId="{7A60CD28-6F8A-1B0F-98E3-C6958B0F286C}"/>
          </ac:picMkLst>
        </pc:picChg>
      </pc:sldChg>
      <pc:sldChg chg="addSp delSp modSp">
        <pc:chgData name="Rusa Kandiah (s)" userId="S::rusa.kandiah@students.fhnw.ch::51543bab-c3ed-43b4-aa03-5de42e6e848c" providerId="AD" clId="Web-{957A8F13-A3A0-B06B-DB3D-C20B964D7AD9}" dt="2025-12-10T10:03:26.239" v="128" actId="20577"/>
        <pc:sldMkLst>
          <pc:docMk/>
          <pc:sldMk cId="2497895080" sldId="258"/>
        </pc:sldMkLst>
        <pc:spChg chg="mod">
          <ac:chgData name="Rusa Kandiah (s)" userId="S::rusa.kandiah@students.fhnw.ch::51543bab-c3ed-43b4-aa03-5de42e6e848c" providerId="AD" clId="Web-{957A8F13-A3A0-B06B-DB3D-C20B964D7AD9}" dt="2025-12-10T09:51:31.019" v="85" actId="20577"/>
          <ac:spMkLst>
            <pc:docMk/>
            <pc:sldMk cId="2497895080" sldId="258"/>
            <ac:spMk id="2" creationId="{767F1801-15B5-7F2F-F307-1E3A3D1D5461}"/>
          </ac:spMkLst>
        </pc:spChg>
        <pc:spChg chg="del mod">
          <ac:chgData name="Rusa Kandiah (s)" userId="S::rusa.kandiah@students.fhnw.ch::51543bab-c3ed-43b4-aa03-5de42e6e848c" providerId="AD" clId="Web-{957A8F13-A3A0-B06B-DB3D-C20B964D7AD9}" dt="2025-12-10T09:50:10.815" v="81"/>
          <ac:spMkLst>
            <pc:docMk/>
            <pc:sldMk cId="2497895080" sldId="258"/>
            <ac:spMk id="3" creationId="{8C073EBC-BE95-A8BF-A6D8-0FB33C6BC02B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33:26.765" v="12"/>
          <ac:spMkLst>
            <pc:docMk/>
            <pc:sldMk cId="2497895080" sldId="258"/>
            <ac:spMk id="9" creationId="{34C0330F-1D4F-4552-B799-615DD237B6DE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33:26.765" v="12"/>
          <ac:spMkLst>
            <pc:docMk/>
            <pc:sldMk cId="2497895080" sldId="258"/>
            <ac:spMk id="11" creationId="{92BE0106-0C20-465B-A1BE-0BAC2737B1A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33:26.765" v="11"/>
          <ac:spMkLst>
            <pc:docMk/>
            <pc:sldMk cId="2497895080" sldId="258"/>
            <ac:spMk id="16" creationId="{34C0330F-1D4F-4552-B799-615DD237B6DE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33:26.765" v="11"/>
          <ac:spMkLst>
            <pc:docMk/>
            <pc:sldMk cId="2497895080" sldId="258"/>
            <ac:spMk id="18" creationId="{92BE0106-0C20-465B-A1BE-0BAC2737B1A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34:08.859" v="15"/>
          <ac:spMkLst>
            <pc:docMk/>
            <pc:sldMk cId="2497895080" sldId="258"/>
            <ac:spMk id="20" creationId="{175EAFFD-4A47-DD53-4F76-BD457E18BF1F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34:08.859" v="15"/>
          <ac:spMkLst>
            <pc:docMk/>
            <pc:sldMk cId="2497895080" sldId="258"/>
            <ac:spMk id="21" creationId="{7CC1FECC-9CA4-341C-7E20-4728C5147389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49:42.252" v="78"/>
          <ac:spMkLst>
            <pc:docMk/>
            <pc:sldMk cId="2497895080" sldId="258"/>
            <ac:spMk id="26" creationId="{34C0330F-1D4F-4552-B799-615DD237B6DE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49:42.252" v="78"/>
          <ac:spMkLst>
            <pc:docMk/>
            <pc:sldMk cId="2497895080" sldId="258"/>
            <ac:spMk id="28" creationId="{92BE0106-0C20-465B-A1BE-0BAC2737B1A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49:42.237" v="77"/>
          <ac:spMkLst>
            <pc:docMk/>
            <pc:sldMk cId="2497895080" sldId="258"/>
            <ac:spMk id="33" creationId="{EEF92585-7A99-6108-9663-8C59032742EC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0:10.815" v="81"/>
          <ac:spMkLst>
            <pc:docMk/>
            <pc:sldMk cId="2497895080" sldId="258"/>
            <ac:spMk id="35" creationId="{DC81933E-93BD-38CE-3C98-D10B2844C58A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0:10.815" v="81"/>
          <ac:spMkLst>
            <pc:docMk/>
            <pc:sldMk cId="2497895080" sldId="258"/>
            <ac:spMk id="36" creationId="{1653AE3C-AC4F-907C-B473-B9A30D21506F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0:10.815" v="81"/>
          <ac:spMkLst>
            <pc:docMk/>
            <pc:sldMk cId="2497895080" sldId="258"/>
            <ac:spMk id="37" creationId="{5B3B7A5C-39EE-77A0-28F9-DF51372312A7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1:01.284" v="83"/>
          <ac:spMkLst>
            <pc:docMk/>
            <pc:sldMk cId="2497895080" sldId="258"/>
            <ac:spMk id="43" creationId="{04213918-F1EB-4BCE-BE23-F5E9851EE05C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1:01.284" v="83"/>
          <ac:spMkLst>
            <pc:docMk/>
            <pc:sldMk cId="2497895080" sldId="258"/>
            <ac:spMk id="45" creationId="{2062E862-C7F7-4CA1-B929-D0B75F5E9FB9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09:51:01.284" v="83"/>
          <ac:spMkLst>
            <pc:docMk/>
            <pc:sldMk cId="2497895080" sldId="258"/>
            <ac:spMk id="50" creationId="{04213918-F1EB-4BCE-BE23-F5E9851EE05C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09:51:01.284" v="83"/>
          <ac:spMkLst>
            <pc:docMk/>
            <pc:sldMk cId="2497895080" sldId="258"/>
            <ac:spMk id="52" creationId="{2062E862-C7F7-4CA1-B929-D0B75F5E9FB9}"/>
          </ac:spMkLst>
        </pc:spChg>
        <pc:graphicFrameChg chg="add mod modGraphic">
          <ac:chgData name="Rusa Kandiah (s)" userId="S::rusa.kandiah@students.fhnw.ch::51543bab-c3ed-43b4-aa03-5de42e6e848c" providerId="AD" clId="Web-{957A8F13-A3A0-B06B-DB3D-C20B964D7AD9}" dt="2025-12-10T10:03:26.239" v="128" actId="20577"/>
          <ac:graphicFrameMkLst>
            <pc:docMk/>
            <pc:sldMk cId="2497895080" sldId="258"/>
            <ac:graphicFrameMk id="39" creationId="{5BCFCA60-595B-0CE3-BEEC-57C0A0556B87}"/>
          </ac:graphicFrameMkLst>
        </pc:graphicFrameChg>
        <pc:picChg chg="del mod">
          <ac:chgData name="Rusa Kandiah (s)" userId="S::rusa.kandiah@students.fhnw.ch::51543bab-c3ed-43b4-aa03-5de42e6e848c" providerId="AD" clId="Web-{957A8F13-A3A0-B06B-DB3D-C20B964D7AD9}" dt="2025-12-10T09:31:14.076" v="8"/>
          <ac:picMkLst>
            <pc:docMk/>
            <pc:sldMk cId="2497895080" sldId="258"/>
            <ac:picMk id="4" creationId="{E0E7D8F0-A722-8F21-0F9C-B232241CEDC2}"/>
          </ac:picMkLst>
        </pc:picChg>
        <pc:picChg chg="add del mod">
          <ac:chgData name="Rusa Kandiah (s)" userId="S::rusa.kandiah@students.fhnw.ch::51543bab-c3ed-43b4-aa03-5de42e6e848c" providerId="AD" clId="Web-{957A8F13-A3A0-B06B-DB3D-C20B964D7AD9}" dt="2025-12-10T09:49:22.674" v="75"/>
          <ac:picMkLst>
            <pc:docMk/>
            <pc:sldMk cId="2497895080" sldId="258"/>
            <ac:picMk id="5" creationId="{5B4CBDF3-E220-2C02-8BB6-4BFA09D418B6}"/>
          </ac:picMkLst>
        </pc:picChg>
      </pc:sldChg>
      <pc:sldChg chg="addSp delSp modSp new mod setBg">
        <pc:chgData name="Rusa Kandiah (s)" userId="S::rusa.kandiah@students.fhnw.ch::51543bab-c3ed-43b4-aa03-5de42e6e848c" providerId="AD" clId="Web-{957A8F13-A3A0-B06B-DB3D-C20B964D7AD9}" dt="2025-12-10T10:09:23.179" v="182"/>
        <pc:sldMkLst>
          <pc:docMk/>
          <pc:sldMk cId="3225877348" sldId="259"/>
        </pc:sldMkLst>
        <pc:spChg chg="mod">
          <ac:chgData name="Rusa Kandiah (s)" userId="S::rusa.kandiah@students.fhnw.ch::51543bab-c3ed-43b4-aa03-5de42e6e848c" providerId="AD" clId="Web-{957A8F13-A3A0-B06B-DB3D-C20B964D7AD9}" dt="2025-12-10T10:04:49.349" v="143"/>
          <ac:spMkLst>
            <pc:docMk/>
            <pc:sldMk cId="3225877348" sldId="259"/>
            <ac:spMk id="2" creationId="{E446D528-62C9-63F7-8F03-2E7B4FE131E1}"/>
          </ac:spMkLst>
        </pc:spChg>
        <pc:spChg chg="add del mod ord">
          <ac:chgData name="Rusa Kandiah (s)" userId="S::rusa.kandiah@students.fhnw.ch::51543bab-c3ed-43b4-aa03-5de42e6e848c" providerId="AD" clId="Web-{957A8F13-A3A0-B06B-DB3D-C20B964D7AD9}" dt="2025-12-10T10:04:49.349" v="143"/>
          <ac:spMkLst>
            <pc:docMk/>
            <pc:sldMk cId="3225877348" sldId="259"/>
            <ac:spMk id="3" creationId="{A2FE02D2-2940-638D-C799-14934BE3C937}"/>
          </ac:spMkLst>
        </pc:spChg>
        <pc:spChg chg="add del mod">
          <ac:chgData name="Rusa Kandiah (s)" userId="S::rusa.kandiah@students.fhnw.ch::51543bab-c3ed-43b4-aa03-5de42e6e848c" providerId="AD" clId="Web-{957A8F13-A3A0-B06B-DB3D-C20B964D7AD9}" dt="2025-12-10T09:55:52.324" v="106"/>
          <ac:spMkLst>
            <pc:docMk/>
            <pc:sldMk cId="3225877348" sldId="259"/>
            <ac:spMk id="5" creationId="{4AA93DBB-97D2-A37C-FA6D-A796B2A2D061}"/>
          </ac:spMkLst>
        </pc:spChg>
        <pc:spChg chg="add del mod">
          <ac:chgData name="Rusa Kandiah (s)" userId="S::rusa.kandiah@students.fhnw.ch::51543bab-c3ed-43b4-aa03-5de42e6e848c" providerId="AD" clId="Web-{957A8F13-A3A0-B06B-DB3D-C20B964D7AD9}" dt="2025-12-10T09:55:57.981" v="110"/>
          <ac:spMkLst>
            <pc:docMk/>
            <pc:sldMk cId="3225877348" sldId="259"/>
            <ac:spMk id="6" creationId="{4D9A5A67-BC36-09BC-E653-05E4FCC25154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42:33.217" v="44"/>
          <ac:spMkLst>
            <pc:docMk/>
            <pc:sldMk cId="3225877348" sldId="259"/>
            <ac:spMk id="8" creationId="{EEF92585-7A99-6108-9663-8C59032742EC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41:37.122" v="41"/>
          <ac:spMkLst>
            <pc:docMk/>
            <pc:sldMk cId="3225877348" sldId="259"/>
            <ac:spMk id="10" creationId="{A082E5AA-6E5F-4FCC-8C41-11E32F833BFC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41:37.122" v="41"/>
          <ac:spMkLst>
            <pc:docMk/>
            <pc:sldMk cId="3225877348" sldId="259"/>
            <ac:spMk id="12" creationId="{92BE0106-0C20-465B-A1BE-0BAC2737B1A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4:07.383" v="95"/>
          <ac:spMkLst>
            <pc:docMk/>
            <pc:sldMk cId="3225877348" sldId="259"/>
            <ac:spMk id="13" creationId="{0EC38958-9A69-239A-BA79-2AEC73345F4B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41:37.122" v="41"/>
          <ac:spMkLst>
            <pc:docMk/>
            <pc:sldMk cId="3225877348" sldId="259"/>
            <ac:spMk id="14" creationId="{4A3D569D-D3A6-49CA-A483-291E95DACA14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4:07.383" v="95"/>
          <ac:spMkLst>
            <pc:docMk/>
            <pc:sldMk cId="3225877348" sldId="259"/>
            <ac:spMk id="15" creationId="{6EC109E5-0396-8968-4F42-DFEC280363B6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4:07.367" v="94"/>
          <ac:spMkLst>
            <pc:docMk/>
            <pc:sldMk cId="3225877348" sldId="259"/>
            <ac:spMk id="20" creationId="{42C91D93-014B-66D5-D263-730212C94315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4:07.367" v="94"/>
          <ac:spMkLst>
            <pc:docMk/>
            <pc:sldMk cId="3225877348" sldId="259"/>
            <ac:spMk id="22" creationId="{9568B8C9-6702-8441-0D92-220DE92C8861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4:40.525" v="103"/>
          <ac:spMkLst>
            <pc:docMk/>
            <pc:sldMk cId="3225877348" sldId="259"/>
            <ac:spMk id="24" creationId="{4A3D569D-D3A6-49CA-A483-291E95DACA14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4:40.525" v="103"/>
          <ac:spMkLst>
            <pc:docMk/>
            <pc:sldMk cId="3225877348" sldId="259"/>
            <ac:spMk id="25" creationId="{4E17AA97-89A7-45C1-B813-BFF6C23D79E1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4:40.525" v="103"/>
          <ac:spMkLst>
            <pc:docMk/>
            <pc:sldMk cId="3225877348" sldId="259"/>
            <ac:spMk id="26" creationId="{33AC4FE1-D370-43A6-96C5-076716BB1E76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4:37.806" v="100"/>
          <ac:spMkLst>
            <pc:docMk/>
            <pc:sldMk cId="3225877348" sldId="259"/>
            <ac:spMk id="31" creationId="{EEF92585-7A99-6108-9663-8C59032742EC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4:40.525" v="102"/>
          <ac:spMkLst>
            <pc:docMk/>
            <pc:sldMk cId="3225877348" sldId="259"/>
            <ac:spMk id="33" creationId="{887F59F2-5FBC-40CD-AD35-376AECE49EA6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4:40.525" v="102"/>
          <ac:spMkLst>
            <pc:docMk/>
            <pc:sldMk cId="3225877348" sldId="259"/>
            <ac:spMk id="34" creationId="{E1ABDA4C-062F-4E88-A079-2279A6477C12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8:29.391" v="116"/>
          <ac:spMkLst>
            <pc:docMk/>
            <pc:sldMk cId="3225877348" sldId="259"/>
            <ac:spMk id="35" creationId="{5B3B7A5C-39EE-77A0-28F9-DF51372312A7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8:29.391" v="116"/>
          <ac:spMkLst>
            <pc:docMk/>
            <pc:sldMk cId="3225877348" sldId="259"/>
            <ac:spMk id="36" creationId="{1653AE3C-AC4F-907C-B473-B9A30D21506F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8:29.391" v="116"/>
          <ac:spMkLst>
            <pc:docMk/>
            <pc:sldMk cId="3225877348" sldId="259"/>
            <ac:spMk id="37" creationId="{DC81933E-93BD-38CE-3C98-D10B2844C58A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8:51.782" v="118"/>
          <ac:spMkLst>
            <pc:docMk/>
            <pc:sldMk cId="3225877348" sldId="259"/>
            <ac:spMk id="42" creationId="{34C0330F-1D4F-4552-B799-615DD237B6DE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58:51.782" v="118"/>
          <ac:spMkLst>
            <pc:docMk/>
            <pc:sldMk cId="3225877348" sldId="259"/>
            <ac:spMk id="44" creationId="{92BE0106-0C20-465B-A1BE-0BAC2737B1A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0:23.190" v="124"/>
          <ac:spMkLst>
            <pc:docMk/>
            <pc:sldMk cId="3225877348" sldId="259"/>
            <ac:spMk id="49" creationId="{EEF92585-7A99-6108-9663-8C59032742EC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4:49.349" v="143"/>
          <ac:spMkLst>
            <pc:docMk/>
            <pc:sldMk cId="3225877348" sldId="259"/>
            <ac:spMk id="54" creationId="{9E10BDB4-64F2-477D-A03B-9F8352D5E02E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4:49.349" v="143"/>
          <ac:spMkLst>
            <pc:docMk/>
            <pc:sldMk cId="3225877348" sldId="259"/>
            <ac:spMk id="56" creationId="{887F59F2-5FBC-40CD-AD35-376AECE49EA6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4:49.318" v="142"/>
          <ac:spMkLst>
            <pc:docMk/>
            <pc:sldMk cId="3225877348" sldId="259"/>
            <ac:spMk id="59" creationId="{817D949E-564D-4503-A64E-D22FA3232C29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4:49.318" v="142"/>
          <ac:spMkLst>
            <pc:docMk/>
            <pc:sldMk cId="3225877348" sldId="259"/>
            <ac:spMk id="60" creationId="{92BE0106-0C20-465B-A1BE-0BAC2737B1A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4:49.318" v="142"/>
          <ac:spMkLst>
            <pc:docMk/>
            <pc:sldMk cId="3225877348" sldId="259"/>
            <ac:spMk id="61" creationId="{851808AB-2943-464C-A710-F2A18D869334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4:21.458" v="136"/>
          <ac:spMkLst>
            <pc:docMk/>
            <pc:sldMk cId="3225877348" sldId="259"/>
            <ac:spMk id="62" creationId="{817D949E-564D-4503-A64E-D22FA3232C29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4:21.458" v="136"/>
          <ac:spMkLst>
            <pc:docMk/>
            <pc:sldMk cId="3225877348" sldId="259"/>
            <ac:spMk id="64" creationId="{2C8EEB27-9249-8B3A-C8C2-18F9DC480810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10:04:49.349" v="143"/>
          <ac:spMkLst>
            <pc:docMk/>
            <pc:sldMk cId="3225877348" sldId="259"/>
            <ac:spMk id="65" creationId="{817D949E-564D-4503-A64E-D22FA3232C29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4:21.458" v="136"/>
          <ac:spMkLst>
            <pc:docMk/>
            <pc:sldMk cId="3225877348" sldId="259"/>
            <ac:spMk id="66" creationId="{18482CAC-96FF-EBE5-E97D-0BE2B8A51E3F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10:04:49.349" v="143"/>
          <ac:spMkLst>
            <pc:docMk/>
            <pc:sldMk cId="3225877348" sldId="259"/>
            <ac:spMk id="67" creationId="{2C8EEB27-9249-8B3A-C8C2-18F9DC480810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4:29.302" v="138"/>
          <ac:spMkLst>
            <pc:docMk/>
            <pc:sldMk cId="3225877348" sldId="259"/>
            <ac:spMk id="68" creationId="{4E17AA97-89A7-45C1-B813-BFF6C23D79E1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4:29.302" v="138"/>
          <ac:spMkLst>
            <pc:docMk/>
            <pc:sldMk cId="3225877348" sldId="259"/>
            <ac:spMk id="69" creationId="{A91E908F-EF1E-2FDB-BE4D-3F4C56B2F6B8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4:29.302" v="138"/>
          <ac:spMkLst>
            <pc:docMk/>
            <pc:sldMk cId="3225877348" sldId="259"/>
            <ac:spMk id="70" creationId="{F7A2980E-8F82-6B7D-A838-277407403589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10:04:49.349" v="143"/>
          <ac:spMkLst>
            <pc:docMk/>
            <pc:sldMk cId="3225877348" sldId="259"/>
            <ac:spMk id="72" creationId="{18482CAC-96FF-EBE5-E97D-0BE2B8A51E3F}"/>
          </ac:spMkLst>
        </pc:spChg>
        <pc:graphicFrameChg chg="add del">
          <ac:chgData name="Rusa Kandiah (s)" userId="S::rusa.kandiah@students.fhnw.ch::51543bab-c3ed-43b4-aa03-5de42e6e848c" providerId="AD" clId="Web-{957A8F13-A3A0-B06B-DB3D-C20B964D7AD9}" dt="2025-12-10T10:04:21.458" v="136"/>
          <ac:graphicFrameMkLst>
            <pc:docMk/>
            <pc:sldMk cId="3225877348" sldId="259"/>
            <ac:graphicFrameMk id="58" creationId="{04ACB30D-23F1-7541-F538-109E4B1AA8E9}"/>
          </ac:graphicFrameMkLst>
        </pc:graphicFrameChg>
        <pc:graphicFrameChg chg="add del">
          <ac:chgData name="Rusa Kandiah (s)" userId="S::rusa.kandiah@students.fhnw.ch::51543bab-c3ed-43b4-aa03-5de42e6e848c" providerId="AD" clId="Web-{957A8F13-A3A0-B06B-DB3D-C20B964D7AD9}" dt="2025-12-10T10:04:49.318" v="142"/>
          <ac:graphicFrameMkLst>
            <pc:docMk/>
            <pc:sldMk cId="3225877348" sldId="259"/>
            <ac:graphicFrameMk id="63" creationId="{C687E449-4D43-8442-7F51-8E5EF0093A7D}"/>
          </ac:graphicFrameMkLst>
        </pc:graphicFrameChg>
        <pc:graphicFrameChg chg="add del">
          <ac:chgData name="Rusa Kandiah (s)" userId="S::rusa.kandiah@students.fhnw.ch::51543bab-c3ed-43b4-aa03-5de42e6e848c" providerId="AD" clId="Web-{957A8F13-A3A0-B06B-DB3D-C20B964D7AD9}" dt="2025-12-10T10:04:29.302" v="138"/>
          <ac:graphicFrameMkLst>
            <pc:docMk/>
            <pc:sldMk cId="3225877348" sldId="259"/>
            <ac:graphicFrameMk id="71" creationId="{F7B53A7C-3099-9E0D-961D-84D9B8B1EB07}"/>
          </ac:graphicFrameMkLst>
        </pc:graphicFrameChg>
        <pc:graphicFrameChg chg="add modGraphic">
          <ac:chgData name="Rusa Kandiah (s)" userId="S::rusa.kandiah@students.fhnw.ch::51543bab-c3ed-43b4-aa03-5de42e6e848c" providerId="AD" clId="Web-{957A8F13-A3A0-B06B-DB3D-C20B964D7AD9}" dt="2025-12-10T10:09:23.179" v="182"/>
          <ac:graphicFrameMkLst>
            <pc:docMk/>
            <pc:sldMk cId="3225877348" sldId="259"/>
            <ac:graphicFrameMk id="73" creationId="{36DF1237-75B3-4851-1056-6C41105E6177}"/>
          </ac:graphicFrameMkLst>
        </pc:graphicFrameChg>
        <pc:picChg chg="add del mod">
          <ac:chgData name="Rusa Kandiah (s)" userId="S::rusa.kandiah@students.fhnw.ch::51543bab-c3ed-43b4-aa03-5de42e6e848c" providerId="AD" clId="Web-{957A8F13-A3A0-B06B-DB3D-C20B964D7AD9}" dt="2025-12-10T09:53:55.788" v="92"/>
          <ac:picMkLst>
            <pc:docMk/>
            <pc:sldMk cId="3225877348" sldId="259"/>
            <ac:picMk id="4" creationId="{A43C78E3-E570-0C44-EAF6-83AF983B3A69}"/>
          </ac:picMkLst>
        </pc:picChg>
        <pc:picChg chg="add del">
          <ac:chgData name="Rusa Kandiah (s)" userId="S::rusa.kandiah@students.fhnw.ch::51543bab-c3ed-43b4-aa03-5de42e6e848c" providerId="AD" clId="Web-{957A8F13-A3A0-B06B-DB3D-C20B964D7AD9}" dt="2025-12-10T09:41:37.122" v="41"/>
          <ac:picMkLst>
            <pc:docMk/>
            <pc:sldMk cId="3225877348" sldId="259"/>
            <ac:picMk id="7" creationId="{0989D8AC-227D-B666-B775-134FF174F90C}"/>
          </ac:picMkLst>
        </pc:picChg>
        <pc:picChg chg="add del mod">
          <ac:chgData name="Rusa Kandiah (s)" userId="S::rusa.kandiah@students.fhnw.ch::51543bab-c3ed-43b4-aa03-5de42e6e848c" providerId="AD" clId="Web-{957A8F13-A3A0-B06B-DB3D-C20B964D7AD9}" dt="2025-12-10T09:56:37.826" v="112"/>
          <ac:picMkLst>
            <pc:docMk/>
            <pc:sldMk cId="3225877348" sldId="259"/>
            <ac:picMk id="9" creationId="{3BCBA34B-EC51-3687-1B11-2A38F1DE4472}"/>
          </ac:picMkLst>
        </pc:picChg>
        <pc:picChg chg="add del mod">
          <ac:chgData name="Rusa Kandiah (s)" userId="S::rusa.kandiah@students.fhnw.ch::51543bab-c3ed-43b4-aa03-5de42e6e848c" providerId="AD" clId="Web-{957A8F13-A3A0-B06B-DB3D-C20B964D7AD9}" dt="2025-12-10T09:57:30.952" v="114"/>
          <ac:picMkLst>
            <pc:docMk/>
            <pc:sldMk cId="3225877348" sldId="259"/>
            <ac:picMk id="11" creationId="{13F2DEF9-A588-D3EC-FD09-C9DE2B91D80B}"/>
          </ac:picMkLst>
        </pc:picChg>
        <pc:picChg chg="add del mod">
          <ac:chgData name="Rusa Kandiah (s)" userId="S::rusa.kandiah@students.fhnw.ch::51543bab-c3ed-43b4-aa03-5de42e6e848c" providerId="AD" clId="Web-{957A8F13-A3A0-B06B-DB3D-C20B964D7AD9}" dt="2025-12-10T09:58:47.751" v="117"/>
          <ac:picMkLst>
            <pc:docMk/>
            <pc:sldMk cId="3225877348" sldId="259"/>
            <ac:picMk id="16" creationId="{5722AB4C-8F4E-FCAE-5E96-81FEA71C87CE}"/>
          </ac:picMkLst>
        </pc:picChg>
        <pc:picChg chg="add del mod">
          <ac:chgData name="Rusa Kandiah (s)" userId="S::rusa.kandiah@students.fhnw.ch::51543bab-c3ed-43b4-aa03-5de42e6e848c" providerId="AD" clId="Web-{957A8F13-A3A0-B06B-DB3D-C20B964D7AD9}" dt="2025-12-10T09:59:30.205" v="122"/>
          <ac:picMkLst>
            <pc:docMk/>
            <pc:sldMk cId="3225877348" sldId="259"/>
            <ac:picMk id="17" creationId="{5A252FC4-C716-3AE9-A041-BDD954C52D17}"/>
          </ac:picMkLst>
        </pc:picChg>
        <pc:picChg chg="add del mod">
          <ac:chgData name="Rusa Kandiah (s)" userId="S::rusa.kandiah@students.fhnw.ch::51543bab-c3ed-43b4-aa03-5de42e6e848c" providerId="AD" clId="Web-{957A8F13-A3A0-B06B-DB3D-C20B964D7AD9}" dt="2025-12-10T10:04:01.161" v="134"/>
          <ac:picMkLst>
            <pc:docMk/>
            <pc:sldMk cId="3225877348" sldId="259"/>
            <ac:picMk id="18" creationId="{9E86BDC7-3633-91F2-CBBB-2DDFBF668DF7}"/>
          </ac:picMkLst>
        </pc:picChg>
      </pc:sldChg>
      <pc:sldChg chg="addSp delSp modSp new del mod setBg">
        <pc:chgData name="Rusa Kandiah (s)" userId="S::rusa.kandiah@students.fhnw.ch::51543bab-c3ed-43b4-aa03-5de42e6e848c" providerId="AD" clId="Web-{957A8F13-A3A0-B06B-DB3D-C20B964D7AD9}" dt="2025-12-10T10:03:08.661" v="126"/>
        <pc:sldMkLst>
          <pc:docMk/>
          <pc:sldMk cId="1516776564" sldId="260"/>
        </pc:sldMkLst>
        <pc:spChg chg="mod">
          <ac:chgData name="Rusa Kandiah (s)" userId="S::rusa.kandiah@students.fhnw.ch::51543bab-c3ed-43b4-aa03-5de42e6e848c" providerId="AD" clId="Web-{957A8F13-A3A0-B06B-DB3D-C20B964D7AD9}" dt="2025-12-10T09:53:09.864" v="90"/>
          <ac:spMkLst>
            <pc:docMk/>
            <pc:sldMk cId="1516776564" sldId="260"/>
            <ac:spMk id="2" creationId="{F8919CCE-6037-65B1-27D4-0EBD4C6CA6C7}"/>
          </ac:spMkLst>
        </pc:spChg>
        <pc:spChg chg="add del mod">
          <ac:chgData name="Rusa Kandiah (s)" userId="S::rusa.kandiah@students.fhnw.ch::51543bab-c3ed-43b4-aa03-5de42e6e848c" providerId="AD" clId="Web-{957A8F13-A3A0-B06B-DB3D-C20B964D7AD9}" dt="2025-12-10T09:47:33.080" v="68"/>
          <ac:spMkLst>
            <pc:docMk/>
            <pc:sldMk cId="1516776564" sldId="260"/>
            <ac:spMk id="3" creationId="{B51044DA-35C1-FE8F-0539-9BBF158F5774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47:16.314" v="65"/>
          <ac:spMkLst>
            <pc:docMk/>
            <pc:sldMk cId="1516776564" sldId="260"/>
            <ac:spMk id="9" creationId="{04213918-F1EB-4BCE-BE23-F5E9851EE05C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09:47:16.314" v="65"/>
          <ac:spMkLst>
            <pc:docMk/>
            <pc:sldMk cId="1516776564" sldId="260"/>
            <ac:spMk id="11" creationId="{2062E862-C7F7-4CA1-B929-D0B75F5E9FB9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09:53:09.864" v="90"/>
          <ac:spMkLst>
            <pc:docMk/>
            <pc:sldMk cId="1516776564" sldId="260"/>
            <ac:spMk id="20" creationId="{817D949E-564D-4503-A64E-D22FA3232C29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09:53:09.864" v="90"/>
          <ac:spMkLst>
            <pc:docMk/>
            <pc:sldMk cId="1516776564" sldId="260"/>
            <ac:spMk id="22" creationId="{2C8EEB27-9249-8B3A-C8C2-18F9DC480810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09:53:09.864" v="90"/>
          <ac:spMkLst>
            <pc:docMk/>
            <pc:sldMk cId="1516776564" sldId="260"/>
            <ac:spMk id="24" creationId="{18482CAC-96FF-EBE5-E97D-0BE2B8A51E3F}"/>
          </ac:spMkLst>
        </pc:spChg>
        <pc:graphicFrameChg chg="add del">
          <ac:chgData name="Rusa Kandiah (s)" userId="S::rusa.kandiah@students.fhnw.ch::51543bab-c3ed-43b4-aa03-5de42e6e848c" providerId="AD" clId="Web-{957A8F13-A3A0-B06B-DB3D-C20B964D7AD9}" dt="2025-12-10T09:47:16.314" v="65"/>
          <ac:graphicFrameMkLst>
            <pc:docMk/>
            <pc:sldMk cId="1516776564" sldId="260"/>
            <ac:graphicFrameMk id="5" creationId="{660946E3-F7B8-3243-22CB-AED34EC742FA}"/>
          </ac:graphicFrameMkLst>
        </pc:graphicFrameChg>
        <pc:graphicFrameChg chg="add del">
          <ac:chgData name="Rusa Kandiah (s)" userId="S::rusa.kandiah@students.fhnw.ch::51543bab-c3ed-43b4-aa03-5de42e6e848c" providerId="AD" clId="Web-{957A8F13-A3A0-B06B-DB3D-C20B964D7AD9}" dt="2025-12-10T09:47:33.017" v="67"/>
          <ac:graphicFrameMkLst>
            <pc:docMk/>
            <pc:sldMk cId="1516776564" sldId="260"/>
            <ac:graphicFrameMk id="13" creationId="{C9A487E3-914A-84C4-1654-C33D47A1EE35}"/>
          </ac:graphicFrameMkLst>
        </pc:graphicFrameChg>
        <pc:graphicFrameChg chg="add mod modGraphic">
          <ac:chgData name="Rusa Kandiah (s)" userId="S::rusa.kandiah@students.fhnw.ch::51543bab-c3ed-43b4-aa03-5de42e6e848c" providerId="AD" clId="Web-{957A8F13-A3A0-B06B-DB3D-C20B964D7AD9}" dt="2025-12-10T09:53:28.287" v="91"/>
          <ac:graphicFrameMkLst>
            <pc:docMk/>
            <pc:sldMk cId="1516776564" sldId="260"/>
            <ac:graphicFrameMk id="15" creationId="{713D3F78-7A04-ED43-B260-21839222ABF6}"/>
          </ac:graphicFrameMkLst>
        </pc:graphicFrameChg>
      </pc:sldChg>
      <pc:sldChg chg="addSp delSp modSp new mod setBg setClrOvrMap">
        <pc:chgData name="Rusa Kandiah (s)" userId="S::rusa.kandiah@students.fhnw.ch::51543bab-c3ed-43b4-aa03-5de42e6e848c" providerId="AD" clId="Web-{957A8F13-A3A0-B06B-DB3D-C20B964D7AD9}" dt="2025-12-10T10:09:03.570" v="180" actId="20577"/>
        <pc:sldMkLst>
          <pc:docMk/>
          <pc:sldMk cId="2349005764" sldId="260"/>
        </pc:sldMkLst>
        <pc:spChg chg="mod">
          <ac:chgData name="Rusa Kandiah (s)" userId="S::rusa.kandiah@students.fhnw.ch::51543bab-c3ed-43b4-aa03-5de42e6e848c" providerId="AD" clId="Web-{957A8F13-A3A0-B06B-DB3D-C20B964D7AD9}" dt="2025-12-10T10:09:03.570" v="180" actId="20577"/>
          <ac:spMkLst>
            <pc:docMk/>
            <pc:sldMk cId="2349005764" sldId="260"/>
            <ac:spMk id="2" creationId="{9150B666-065E-C4AE-5C33-71F02D4E129B}"/>
          </ac:spMkLst>
        </pc:spChg>
        <pc:spChg chg="add del mod">
          <ac:chgData name="Rusa Kandiah (s)" userId="S::rusa.kandiah@students.fhnw.ch::51543bab-c3ed-43b4-aa03-5de42e6e848c" providerId="AD" clId="Web-{957A8F13-A3A0-B06B-DB3D-C20B964D7AD9}" dt="2025-12-10T10:06:07.818" v="159"/>
          <ac:spMkLst>
            <pc:docMk/>
            <pc:sldMk cId="2349005764" sldId="260"/>
            <ac:spMk id="3" creationId="{B27E237E-8DA4-838D-43A8-5D2408472F85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6:49.897" v="163"/>
          <ac:spMkLst>
            <pc:docMk/>
            <pc:sldMk cId="2349005764" sldId="260"/>
            <ac:spMk id="8" creationId="{E1ABDA4C-062F-4E88-A079-2279A6477C12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6:07.818" v="158"/>
          <ac:spMkLst>
            <pc:docMk/>
            <pc:sldMk cId="2349005764" sldId="260"/>
            <ac:spMk id="9" creationId="{817D949E-564D-4503-A64E-D22FA3232C29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6:49.897" v="163"/>
          <ac:spMkLst>
            <pc:docMk/>
            <pc:sldMk cId="2349005764" sldId="260"/>
            <ac:spMk id="10" creationId="{887F59F2-5FBC-40CD-AD35-376AECE49EA6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6:07.818" v="158"/>
          <ac:spMkLst>
            <pc:docMk/>
            <pc:sldMk cId="2349005764" sldId="260"/>
            <ac:spMk id="11" creationId="{92BE0106-0C20-465B-A1BE-0BAC2737B1A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6:07.818" v="158"/>
          <ac:spMkLst>
            <pc:docMk/>
            <pc:sldMk cId="2349005764" sldId="260"/>
            <ac:spMk id="13" creationId="{851808AB-2943-464C-A710-F2A18D869334}"/>
          </ac:spMkLst>
        </pc:spChg>
        <pc:spChg chg="add del mod">
          <ac:chgData name="Rusa Kandiah (s)" userId="S::rusa.kandiah@students.fhnw.ch::51543bab-c3ed-43b4-aa03-5de42e6e848c" providerId="AD" clId="Web-{957A8F13-A3A0-B06B-DB3D-C20B964D7AD9}" dt="2025-12-10T10:06:49.897" v="163"/>
          <ac:spMkLst>
            <pc:docMk/>
            <pc:sldMk cId="2349005764" sldId="260"/>
            <ac:spMk id="15" creationId="{B27E237E-8DA4-838D-43A8-5D2408472F85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43.070" v="177"/>
          <ac:spMkLst>
            <pc:docMk/>
            <pc:sldMk cId="2349005764" sldId="260"/>
            <ac:spMk id="21" creationId="{04213918-F1EB-4BCE-BE23-F5E9851EE05C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43.070" v="177"/>
          <ac:spMkLst>
            <pc:docMk/>
            <pc:sldMk cId="2349005764" sldId="260"/>
            <ac:spMk id="23" creationId="{2062E862-C7F7-4CA1-B929-D0B75F5E9FB9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7:39.804" v="167"/>
          <ac:spMkLst>
            <pc:docMk/>
            <pc:sldMk cId="2349005764" sldId="260"/>
            <ac:spMk id="28" creationId="{817D949E-564D-4503-A64E-D22FA3232C29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7:39.804" v="167"/>
          <ac:spMkLst>
            <pc:docMk/>
            <pc:sldMk cId="2349005764" sldId="260"/>
            <ac:spMk id="30" creationId="{92BE0106-0C20-465B-A1BE-0BAC2737B1A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7:39.804" v="167"/>
          <ac:spMkLst>
            <pc:docMk/>
            <pc:sldMk cId="2349005764" sldId="260"/>
            <ac:spMk id="32" creationId="{851808AB-2943-464C-A710-F2A18D869334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03.897" v="169"/>
          <ac:spMkLst>
            <pc:docMk/>
            <pc:sldMk cId="2349005764" sldId="260"/>
            <ac:spMk id="34" creationId="{4E17AA97-89A7-45C1-B813-BFF6C23D79E1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03.897" v="169"/>
          <ac:spMkLst>
            <pc:docMk/>
            <pc:sldMk cId="2349005764" sldId="260"/>
            <ac:spMk id="35" creationId="{33AC4FE1-D370-43A6-96C5-076716BB1E76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03.897" v="169"/>
          <ac:spMkLst>
            <pc:docMk/>
            <pc:sldMk cId="2349005764" sldId="260"/>
            <ac:spMk id="36" creationId="{4A3D569D-D3A6-49CA-A483-291E95DACA14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43.070" v="177"/>
          <ac:spMkLst>
            <pc:docMk/>
            <pc:sldMk cId="2349005764" sldId="260"/>
            <ac:spMk id="38" creationId="{774A975B-A886-5202-0489-6965514A0D14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43.070" v="177"/>
          <ac:spMkLst>
            <pc:docMk/>
            <pc:sldMk cId="2349005764" sldId="260"/>
            <ac:spMk id="39" creationId="{EA67E988-5919-57BB-C7DE-D3EAD38A3045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43.070" v="177"/>
          <ac:spMkLst>
            <pc:docMk/>
            <pc:sldMk cId="2349005764" sldId="260"/>
            <ac:spMk id="40" creationId="{80B98925-0550-1AFB-C1DC-02792400FB71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43.070" v="177"/>
          <ac:spMkLst>
            <pc:docMk/>
            <pc:sldMk cId="2349005764" sldId="260"/>
            <ac:spMk id="41" creationId="{0DBFCB27-760B-5FF3-72F5-581461CE16F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34.148" v="173"/>
          <ac:spMkLst>
            <pc:docMk/>
            <pc:sldMk cId="2349005764" sldId="260"/>
            <ac:spMk id="46" creationId="{817D949E-564D-4503-A64E-D22FA3232C29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34.148" v="173"/>
          <ac:spMkLst>
            <pc:docMk/>
            <pc:sldMk cId="2349005764" sldId="260"/>
            <ac:spMk id="48" creationId="{92BE0106-0C20-465B-A1BE-0BAC2737B1A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34.148" v="173"/>
          <ac:spMkLst>
            <pc:docMk/>
            <pc:sldMk cId="2349005764" sldId="260"/>
            <ac:spMk id="50" creationId="{851808AB-2943-464C-A710-F2A18D869334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38.710" v="175"/>
          <ac:spMkLst>
            <pc:docMk/>
            <pc:sldMk cId="2349005764" sldId="260"/>
            <ac:spMk id="52" creationId="{4E17AA97-89A7-45C1-B813-BFF6C23D79E1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38.710" v="175"/>
          <ac:spMkLst>
            <pc:docMk/>
            <pc:sldMk cId="2349005764" sldId="260"/>
            <ac:spMk id="53" creationId="{33AC4FE1-D370-43A6-96C5-076716BB1E76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08:38.710" v="175"/>
          <ac:spMkLst>
            <pc:docMk/>
            <pc:sldMk cId="2349005764" sldId="260"/>
            <ac:spMk id="54" creationId="{4A3D569D-D3A6-49CA-A483-291E95DACA14}"/>
          </ac:spMkLst>
        </pc:spChg>
        <pc:graphicFrameChg chg="add del">
          <ac:chgData name="Rusa Kandiah (s)" userId="S::rusa.kandiah@students.fhnw.ch::51543bab-c3ed-43b4-aa03-5de42e6e848c" providerId="AD" clId="Web-{957A8F13-A3A0-B06B-DB3D-C20B964D7AD9}" dt="2025-12-10T10:06:07.818" v="158"/>
          <ac:graphicFrameMkLst>
            <pc:docMk/>
            <pc:sldMk cId="2349005764" sldId="260"/>
            <ac:graphicFrameMk id="5" creationId="{FF816670-3979-0105-2270-65C7C873C722}"/>
          </ac:graphicFrameMkLst>
        </pc:graphicFrameChg>
        <pc:graphicFrameChg chg="add mod modGraphic">
          <ac:chgData name="Rusa Kandiah (s)" userId="S::rusa.kandiah@students.fhnw.ch::51543bab-c3ed-43b4-aa03-5de42e6e848c" providerId="AD" clId="Web-{957A8F13-A3A0-B06B-DB3D-C20B964D7AD9}" dt="2025-12-10T10:08:44.913" v="178"/>
          <ac:graphicFrameMkLst>
            <pc:docMk/>
            <pc:sldMk cId="2349005764" sldId="260"/>
            <ac:graphicFrameMk id="17" creationId="{6662B998-0197-4643-5CAC-F2768A704F73}"/>
          </ac:graphicFrameMkLst>
        </pc:graphicFrameChg>
      </pc:sldChg>
      <pc:sldChg chg="addSp delSp modSp new del">
        <pc:chgData name="Rusa Kandiah (s)" userId="S::rusa.kandiah@students.fhnw.ch::51543bab-c3ed-43b4-aa03-5de42e6e848c" providerId="AD" clId="Web-{957A8F13-A3A0-B06B-DB3D-C20B964D7AD9}" dt="2025-12-10T10:17:31.897" v="289"/>
        <pc:sldMkLst>
          <pc:docMk/>
          <pc:sldMk cId="297139327" sldId="261"/>
        </pc:sldMkLst>
        <pc:spChg chg="mod">
          <ac:chgData name="Rusa Kandiah (s)" userId="S::rusa.kandiah@students.fhnw.ch::51543bab-c3ed-43b4-aa03-5de42e6e848c" providerId="AD" clId="Web-{957A8F13-A3A0-B06B-DB3D-C20B964D7AD9}" dt="2025-12-10T10:12:47.828" v="206" actId="20577"/>
          <ac:spMkLst>
            <pc:docMk/>
            <pc:sldMk cId="297139327" sldId="261"/>
            <ac:spMk id="2" creationId="{94D18E7D-B947-6669-31D1-DF822E65E010}"/>
          </ac:spMkLst>
        </pc:spChg>
        <pc:spChg chg="del">
          <ac:chgData name="Rusa Kandiah (s)" userId="S::rusa.kandiah@students.fhnw.ch::51543bab-c3ed-43b4-aa03-5de42e6e848c" providerId="AD" clId="Web-{957A8F13-A3A0-B06B-DB3D-C20B964D7AD9}" dt="2025-12-10T10:13:17.516" v="207"/>
          <ac:spMkLst>
            <pc:docMk/>
            <pc:sldMk cId="297139327" sldId="261"/>
            <ac:spMk id="3" creationId="{1731849F-F2D5-F7B4-D17B-A3C861724C2D}"/>
          </ac:spMkLst>
        </pc:spChg>
        <pc:spChg chg="add del mod">
          <ac:chgData name="Rusa Kandiah (s)" userId="S::rusa.kandiah@students.fhnw.ch::51543bab-c3ed-43b4-aa03-5de42e6e848c" providerId="AD" clId="Web-{957A8F13-A3A0-B06B-DB3D-C20B964D7AD9}" dt="2025-12-10T10:15:27.316" v="254"/>
          <ac:spMkLst>
            <pc:docMk/>
            <pc:sldMk cId="297139327" sldId="261"/>
            <ac:spMk id="6" creationId="{2270C915-4BE3-E01B-3C3C-3468621A1CF9}"/>
          </ac:spMkLst>
        </pc:spChg>
        <pc:spChg chg="add del mod">
          <ac:chgData name="Rusa Kandiah (s)" userId="S::rusa.kandiah@students.fhnw.ch::51543bab-c3ed-43b4-aa03-5de42e6e848c" providerId="AD" clId="Web-{957A8F13-A3A0-B06B-DB3D-C20B964D7AD9}" dt="2025-12-10T10:17:15.756" v="285"/>
          <ac:spMkLst>
            <pc:docMk/>
            <pc:sldMk cId="297139327" sldId="261"/>
            <ac:spMk id="8" creationId="{D7B46E5E-5803-76EE-7946-CAF98CA5B54F}"/>
          </ac:spMkLst>
        </pc:spChg>
        <pc:spChg chg="add mod">
          <ac:chgData name="Rusa Kandiah (s)" userId="S::rusa.kandiah@students.fhnw.ch::51543bab-c3ed-43b4-aa03-5de42e6e848c" providerId="AD" clId="Web-{957A8F13-A3A0-B06B-DB3D-C20B964D7AD9}" dt="2025-12-10T10:17:29.865" v="288"/>
          <ac:spMkLst>
            <pc:docMk/>
            <pc:sldMk cId="297139327" sldId="261"/>
            <ac:spMk id="11" creationId="{ECD5A349-EEC4-5D73-558F-D5B17758A36A}"/>
          </ac:spMkLst>
        </pc:spChg>
        <pc:picChg chg="add del mod ord">
          <ac:chgData name="Rusa Kandiah (s)" userId="S::rusa.kandiah@students.fhnw.ch::51543bab-c3ed-43b4-aa03-5de42e6e848c" providerId="AD" clId="Web-{957A8F13-A3A0-B06B-DB3D-C20B964D7AD9}" dt="2025-12-10T10:13:22.751" v="208"/>
          <ac:picMkLst>
            <pc:docMk/>
            <pc:sldMk cId="297139327" sldId="261"/>
            <ac:picMk id="4" creationId="{03EAA132-FFDC-5787-0740-6197D152BCC9}"/>
          </ac:picMkLst>
        </pc:picChg>
        <pc:picChg chg="add del mod ord">
          <ac:chgData name="Rusa Kandiah (s)" userId="S::rusa.kandiah@students.fhnw.ch::51543bab-c3ed-43b4-aa03-5de42e6e848c" providerId="AD" clId="Web-{957A8F13-A3A0-B06B-DB3D-C20B964D7AD9}" dt="2025-12-10T10:17:29.865" v="288"/>
          <ac:picMkLst>
            <pc:docMk/>
            <pc:sldMk cId="297139327" sldId="261"/>
            <ac:picMk id="9" creationId="{D142F54F-D188-79DB-A2C5-B05D5A579393}"/>
          </ac:picMkLst>
        </pc:picChg>
      </pc:sldChg>
      <pc:sldChg chg="addSp delSp modSp new mod setBg">
        <pc:chgData name="Rusa Kandiah (s)" userId="S::rusa.kandiah@students.fhnw.ch::51543bab-c3ed-43b4-aa03-5de42e6e848c" providerId="AD" clId="Web-{957A8F13-A3A0-B06B-DB3D-C20B964D7AD9}" dt="2025-12-10T10:21:47.868" v="344"/>
        <pc:sldMkLst>
          <pc:docMk/>
          <pc:sldMk cId="2962060215" sldId="262"/>
        </pc:sldMkLst>
        <pc:spChg chg="mod">
          <ac:chgData name="Rusa Kandiah (s)" userId="S::rusa.kandiah@students.fhnw.ch::51543bab-c3ed-43b4-aa03-5de42e6e848c" providerId="AD" clId="Web-{957A8F13-A3A0-B06B-DB3D-C20B964D7AD9}" dt="2025-12-10T10:21:47.868" v="344"/>
          <ac:spMkLst>
            <pc:docMk/>
            <pc:sldMk cId="2962060215" sldId="262"/>
            <ac:spMk id="2" creationId="{10D221F8-E325-E353-247A-FA9327AF9305}"/>
          </ac:spMkLst>
        </pc:spChg>
        <pc:spChg chg="add del mod">
          <ac:chgData name="Rusa Kandiah (s)" userId="S::rusa.kandiah@students.fhnw.ch::51543bab-c3ed-43b4-aa03-5de42e6e848c" providerId="AD" clId="Web-{957A8F13-A3A0-B06B-DB3D-C20B964D7AD9}" dt="2025-12-10T10:21:47.868" v="344"/>
          <ac:spMkLst>
            <pc:docMk/>
            <pc:sldMk cId="2962060215" sldId="262"/>
            <ac:spMk id="3" creationId="{676C2EB2-4553-B760-24F8-1E7279B728E0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21:47.868" v="344"/>
          <ac:spMkLst>
            <pc:docMk/>
            <pc:sldMk cId="2962060215" sldId="262"/>
            <ac:spMk id="9" creationId="{4E17AA97-89A7-45C1-B813-BFF6C23D79E1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21:47.868" v="344"/>
          <ac:spMkLst>
            <pc:docMk/>
            <pc:sldMk cId="2962060215" sldId="262"/>
            <ac:spMk id="11" creationId="{A91E908F-EF1E-2FDB-BE4D-3F4C56B2F6B8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21:47.868" v="344"/>
          <ac:spMkLst>
            <pc:docMk/>
            <pc:sldMk cId="2962060215" sldId="262"/>
            <ac:spMk id="13" creationId="{F7A2980E-8F82-6B7D-A838-277407403589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21:44.509" v="340"/>
          <ac:spMkLst>
            <pc:docMk/>
            <pc:sldMk cId="2962060215" sldId="262"/>
            <ac:spMk id="18" creationId="{817D949E-564D-4503-A64E-D22FA3232C29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21:44.509" v="340"/>
          <ac:spMkLst>
            <pc:docMk/>
            <pc:sldMk cId="2962060215" sldId="262"/>
            <ac:spMk id="20" creationId="{92BE0106-0C20-465B-A1BE-0BAC2737B1A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21:44.509" v="340"/>
          <ac:spMkLst>
            <pc:docMk/>
            <pc:sldMk cId="2962060215" sldId="262"/>
            <ac:spMk id="22" creationId="{851808AB-2943-464C-A710-F2A18D869334}"/>
          </ac:spMkLst>
        </pc:spChg>
        <pc:spChg chg="add del mod">
          <ac:chgData name="Rusa Kandiah (s)" userId="S::rusa.kandiah@students.fhnw.ch::51543bab-c3ed-43b4-aa03-5de42e6e848c" providerId="AD" clId="Web-{957A8F13-A3A0-B06B-DB3D-C20B964D7AD9}" dt="2025-12-10T10:21:43.009" v="339"/>
          <ac:spMkLst>
            <pc:docMk/>
            <pc:sldMk cId="2962060215" sldId="262"/>
            <ac:spMk id="144" creationId="{8C4D53C3-253F-67C9-5AA1-C92D2355F300}"/>
          </ac:spMkLst>
        </pc:spChg>
        <pc:graphicFrameChg chg="add del mod modGraphic">
          <ac:chgData name="Rusa Kandiah (s)" userId="S::rusa.kandiah@students.fhnw.ch::51543bab-c3ed-43b4-aa03-5de42e6e848c" providerId="AD" clId="Web-{957A8F13-A3A0-B06B-DB3D-C20B964D7AD9}" dt="2025-12-10T10:21:47.868" v="344"/>
          <ac:graphicFrameMkLst>
            <pc:docMk/>
            <pc:sldMk cId="2962060215" sldId="262"/>
            <ac:graphicFrameMk id="5" creationId="{E74BBFD4-F7DC-0B55-B1C5-C61FB521602B}"/>
          </ac:graphicFrameMkLst>
        </pc:graphicFrameChg>
      </pc:sldChg>
      <pc:sldChg chg="modSp new">
        <pc:chgData name="Rusa Kandiah (s)" userId="S::rusa.kandiah@students.fhnw.ch::51543bab-c3ed-43b4-aa03-5de42e6e848c" providerId="AD" clId="Web-{957A8F13-A3A0-B06B-DB3D-C20B964D7AD9}" dt="2025-12-10T10:16:17.192" v="284" actId="20577"/>
        <pc:sldMkLst>
          <pc:docMk/>
          <pc:sldMk cId="924972217" sldId="263"/>
        </pc:sldMkLst>
        <pc:spChg chg="mod">
          <ac:chgData name="Rusa Kandiah (s)" userId="S::rusa.kandiah@students.fhnw.ch::51543bab-c3ed-43b4-aa03-5de42e6e848c" providerId="AD" clId="Web-{957A8F13-A3A0-B06B-DB3D-C20B964D7AD9}" dt="2025-12-10T10:16:14.036" v="282" actId="20577"/>
          <ac:spMkLst>
            <pc:docMk/>
            <pc:sldMk cId="924972217" sldId="263"/>
            <ac:spMk id="2" creationId="{168769CA-20AE-279C-526A-4C88750B7D55}"/>
          </ac:spMkLst>
        </pc:spChg>
        <pc:spChg chg="mod">
          <ac:chgData name="Rusa Kandiah (s)" userId="S::rusa.kandiah@students.fhnw.ch::51543bab-c3ed-43b4-aa03-5de42e6e848c" providerId="AD" clId="Web-{957A8F13-A3A0-B06B-DB3D-C20B964D7AD9}" dt="2025-12-10T10:16:17.192" v="284" actId="20577"/>
          <ac:spMkLst>
            <pc:docMk/>
            <pc:sldMk cId="924972217" sldId="263"/>
            <ac:spMk id="3" creationId="{0F665631-798D-EA0F-B959-A617332046FA}"/>
          </ac:spMkLst>
        </pc:spChg>
      </pc:sldChg>
      <pc:sldChg chg="addSp delSp modSp new mod setBg">
        <pc:chgData name="Rusa Kandiah (s)" userId="S::rusa.kandiah@students.fhnw.ch::51543bab-c3ed-43b4-aa03-5de42e6e848c" providerId="AD" clId="Web-{957A8F13-A3A0-B06B-DB3D-C20B964D7AD9}" dt="2025-12-10T10:20:44.618" v="326" actId="20577"/>
        <pc:sldMkLst>
          <pc:docMk/>
          <pc:sldMk cId="1949506107" sldId="264"/>
        </pc:sldMkLst>
        <pc:spChg chg="mod">
          <ac:chgData name="Rusa Kandiah (s)" userId="S::rusa.kandiah@students.fhnw.ch::51543bab-c3ed-43b4-aa03-5de42e6e848c" providerId="AD" clId="Web-{957A8F13-A3A0-B06B-DB3D-C20B964D7AD9}" dt="2025-12-10T10:19:54.227" v="310" actId="20577"/>
          <ac:spMkLst>
            <pc:docMk/>
            <pc:sldMk cId="1949506107" sldId="264"/>
            <ac:spMk id="2" creationId="{26FDF213-B446-614F-4A34-68050683AA33}"/>
          </ac:spMkLst>
        </pc:spChg>
        <pc:spChg chg="del">
          <ac:chgData name="Rusa Kandiah (s)" userId="S::rusa.kandiah@students.fhnw.ch::51543bab-c3ed-43b4-aa03-5de42e6e848c" providerId="AD" clId="Web-{957A8F13-A3A0-B06B-DB3D-C20B964D7AD9}" dt="2025-12-10T10:15:43.176" v="257"/>
          <ac:spMkLst>
            <pc:docMk/>
            <pc:sldMk cId="1949506107" sldId="264"/>
            <ac:spMk id="3" creationId="{15CB8BEF-6E52-241B-880D-A4C49007FFE1}"/>
          </ac:spMkLst>
        </pc:spChg>
        <pc:spChg chg="add mod ord">
          <ac:chgData name="Rusa Kandiah (s)" userId="S::rusa.kandiah@students.fhnw.ch::51543bab-c3ed-43b4-aa03-5de42e6e848c" providerId="AD" clId="Web-{957A8F13-A3A0-B06B-DB3D-C20B964D7AD9}" dt="2025-12-10T10:20:44.618" v="326" actId="20577"/>
          <ac:spMkLst>
            <pc:docMk/>
            <pc:sldMk cId="1949506107" sldId="264"/>
            <ac:spMk id="4" creationId="{2270C915-4BE3-E01B-3C3C-3468621A1CF9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8:10.022" v="296"/>
          <ac:spMkLst>
            <pc:docMk/>
            <pc:sldMk cId="1949506107" sldId="264"/>
            <ac:spMk id="9" creationId="{42C91D93-014B-66D5-D263-730212C94315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8:10.022" v="296"/>
          <ac:spMkLst>
            <pc:docMk/>
            <pc:sldMk cId="1949506107" sldId="264"/>
            <ac:spMk id="11" creationId="{9568B8C9-6702-8441-0D92-220DE92C8861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9:11.773" v="305"/>
          <ac:spMkLst>
            <pc:docMk/>
            <pc:sldMk cId="1949506107" sldId="264"/>
            <ac:spMk id="13" creationId="{5B3B7A5C-39EE-77A0-28F9-DF51372312A7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9:11.773" v="305"/>
          <ac:spMkLst>
            <pc:docMk/>
            <pc:sldMk cId="1949506107" sldId="264"/>
            <ac:spMk id="14" creationId="{1653AE3C-AC4F-907C-B473-B9A30D21506F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9:11.773" v="305"/>
          <ac:spMkLst>
            <pc:docMk/>
            <pc:sldMk cId="1949506107" sldId="264"/>
            <ac:spMk id="15" creationId="{DC81933E-93BD-38CE-3C98-D10B2844C58A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8:52.148" v="300"/>
          <ac:spMkLst>
            <pc:docMk/>
            <pc:sldMk cId="1949506107" sldId="264"/>
            <ac:spMk id="20" creationId="{34C0330F-1D4F-4552-B799-615DD237B6DE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8:52.148" v="300"/>
          <ac:spMkLst>
            <pc:docMk/>
            <pc:sldMk cId="1949506107" sldId="264"/>
            <ac:spMk id="22" creationId="{92BE0106-0C20-465B-A1BE-0BAC2737B1AD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9:03.257" v="302"/>
          <ac:spMkLst>
            <pc:docMk/>
            <pc:sldMk cId="1949506107" sldId="264"/>
            <ac:spMk id="24" creationId="{6D16C4DE-5FF1-8D34-BBA1-FC43F315567B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9:03.257" v="302"/>
          <ac:spMkLst>
            <pc:docMk/>
            <pc:sldMk cId="1949506107" sldId="264"/>
            <ac:spMk id="25" creationId="{B6914053-73D7-E377-E88C-94E35AAD489B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9:11.757" v="304"/>
          <ac:spMkLst>
            <pc:docMk/>
            <pc:sldMk cId="1949506107" sldId="264"/>
            <ac:spMk id="27" creationId="{E8873F53-55B7-4E34-B697-201CF2F10D35}"/>
          </ac:spMkLst>
        </pc:spChg>
        <pc:spChg chg="add del">
          <ac:chgData name="Rusa Kandiah (s)" userId="S::rusa.kandiah@students.fhnw.ch::51543bab-c3ed-43b4-aa03-5de42e6e848c" providerId="AD" clId="Web-{957A8F13-A3A0-B06B-DB3D-C20B964D7AD9}" dt="2025-12-10T10:19:11.757" v="304"/>
          <ac:spMkLst>
            <pc:docMk/>
            <pc:sldMk cId="1949506107" sldId="264"/>
            <ac:spMk id="28" creationId="{FD90D0AA-A57E-2DE9-0CE8-B7B306878448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10:19:11.773" v="305"/>
          <ac:spMkLst>
            <pc:docMk/>
            <pc:sldMk cId="1949506107" sldId="264"/>
            <ac:spMk id="30" creationId="{34C0330F-1D4F-4552-B799-615DD237B6DE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10:19:11.773" v="305"/>
          <ac:spMkLst>
            <pc:docMk/>
            <pc:sldMk cId="1949506107" sldId="264"/>
            <ac:spMk id="31" creationId="{92BE0106-0C20-465B-A1BE-0BAC2737B1AD}"/>
          </ac:spMkLst>
        </pc:spChg>
        <pc:picChg chg="add mod">
          <ac:chgData name="Rusa Kandiah (s)" userId="S::rusa.kandiah@students.fhnw.ch::51543bab-c3ed-43b4-aa03-5de42e6e848c" providerId="AD" clId="Web-{957A8F13-A3A0-B06B-DB3D-C20B964D7AD9}" dt="2025-12-10T10:19:11.773" v="305"/>
          <ac:picMkLst>
            <pc:docMk/>
            <pc:sldMk cId="1949506107" sldId="264"/>
            <ac:picMk id="5" creationId="{2321B392-317E-8A3A-0CAE-17BAB76514C8}"/>
          </ac:picMkLst>
        </pc:picChg>
      </pc:sldChg>
      <pc:sldChg chg="new del">
        <pc:chgData name="Rusa Kandiah (s)" userId="S::rusa.kandiah@students.fhnw.ch::51543bab-c3ed-43b4-aa03-5de42e6e848c" providerId="AD" clId="Web-{957A8F13-A3A0-B06B-DB3D-C20B964D7AD9}" dt="2025-12-10T10:17:33.272" v="290"/>
        <pc:sldMkLst>
          <pc:docMk/>
          <pc:sldMk cId="2186973568" sldId="265"/>
        </pc:sldMkLst>
      </pc:sldChg>
      <pc:sldChg chg="addSp delSp modSp new mod setBg">
        <pc:chgData name="Rusa Kandiah (s)" userId="S::rusa.kandiah@students.fhnw.ch::51543bab-c3ed-43b4-aa03-5de42e6e848c" providerId="AD" clId="Web-{957A8F13-A3A0-B06B-DB3D-C20B964D7AD9}" dt="2025-12-10T10:17:52.303" v="294"/>
        <pc:sldMkLst>
          <pc:docMk/>
          <pc:sldMk cId="1341665305" sldId="266"/>
        </pc:sldMkLst>
        <pc:spChg chg="add del">
          <ac:chgData name="Rusa Kandiah (s)" userId="S::rusa.kandiah@students.fhnw.ch::51543bab-c3ed-43b4-aa03-5de42e6e848c" providerId="AD" clId="Web-{957A8F13-A3A0-B06B-DB3D-C20B964D7AD9}" dt="2025-12-10T10:17:52.303" v="293"/>
          <ac:spMkLst>
            <pc:docMk/>
            <pc:sldMk cId="1341665305" sldId="266"/>
            <ac:spMk id="7" creationId="{E20BB609-EF92-42DB-836C-0699A590B5CF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10:17:52.303" v="294"/>
          <ac:spMkLst>
            <pc:docMk/>
            <pc:sldMk cId="1341665305" sldId="266"/>
            <ac:spMk id="9" creationId="{B2C335F7-F61C-4EB4-80F2-4B1438FE66BB}"/>
          </ac:spMkLst>
        </pc:spChg>
        <pc:spChg chg="add">
          <ac:chgData name="Rusa Kandiah (s)" userId="S::rusa.kandiah@students.fhnw.ch::51543bab-c3ed-43b4-aa03-5de42e6e848c" providerId="AD" clId="Web-{957A8F13-A3A0-B06B-DB3D-C20B964D7AD9}" dt="2025-12-10T10:17:52.303" v="294"/>
          <ac:spMkLst>
            <pc:docMk/>
            <pc:sldMk cId="1341665305" sldId="266"/>
            <ac:spMk id="10" creationId="{E20BB609-EF92-42DB-836C-0699A590B5CF}"/>
          </ac:spMkLst>
        </pc:spChg>
        <pc:picChg chg="add mod">
          <ac:chgData name="Rusa Kandiah (s)" userId="S::rusa.kandiah@students.fhnw.ch::51543bab-c3ed-43b4-aa03-5de42e6e848c" providerId="AD" clId="Web-{957A8F13-A3A0-B06B-DB3D-C20B964D7AD9}" dt="2025-12-10T10:17:52.303" v="294"/>
          <ac:picMkLst>
            <pc:docMk/>
            <pc:sldMk cId="1341665305" sldId="266"/>
            <ac:picMk id="2" creationId="{B942344C-E8DD-F0C2-A671-5D6FC48C8E08}"/>
          </ac:picMkLst>
        </pc:picChg>
      </pc:sldChg>
    </pc:docChg>
  </pc:docChgLst>
  <pc:docChgLst>
    <pc:chgData name="Rusa Kandiah (s)" userId="S::rusa.kandiah@students.fhnw.ch::51543bab-c3ed-43b4-aa03-5de42e6e848c" providerId="AD" clId="Web-{5881675C-BE93-607E-D54A-02D6A8299412}"/>
    <pc:docChg chg="addSld modSld">
      <pc:chgData name="Rusa Kandiah (s)" userId="S::rusa.kandiah@students.fhnw.ch::51543bab-c3ed-43b4-aa03-5de42e6e848c" providerId="AD" clId="Web-{5881675C-BE93-607E-D54A-02D6A8299412}" dt="2025-12-10T10:58:43.782" v="253" actId="20577"/>
      <pc:docMkLst>
        <pc:docMk/>
      </pc:docMkLst>
      <pc:sldChg chg="modSp">
        <pc:chgData name="Rusa Kandiah (s)" userId="S::rusa.kandiah@students.fhnw.ch::51543bab-c3ed-43b4-aa03-5de42e6e848c" providerId="AD" clId="Web-{5881675C-BE93-607E-D54A-02D6A8299412}" dt="2025-12-10T10:51:00.277" v="228" actId="20577"/>
        <pc:sldMkLst>
          <pc:docMk/>
          <pc:sldMk cId="1577499883" sldId="256"/>
        </pc:sldMkLst>
        <pc:spChg chg="mod">
          <ac:chgData name="Rusa Kandiah (s)" userId="S::rusa.kandiah@students.fhnw.ch::51543bab-c3ed-43b4-aa03-5de42e6e848c" providerId="AD" clId="Web-{5881675C-BE93-607E-D54A-02D6A8299412}" dt="2025-12-10T10:51:00.277" v="228" actId="20577"/>
          <ac:spMkLst>
            <pc:docMk/>
            <pc:sldMk cId="1577499883" sldId="256"/>
            <ac:spMk id="3" creationId="{00000000-0000-0000-0000-000000000000}"/>
          </ac:spMkLst>
        </pc:spChg>
      </pc:sldChg>
      <pc:sldChg chg="addSp delSp modSp mod setBg">
        <pc:chgData name="Rusa Kandiah (s)" userId="S::rusa.kandiah@students.fhnw.ch::51543bab-c3ed-43b4-aa03-5de42e6e848c" providerId="AD" clId="Web-{5881675C-BE93-607E-D54A-02D6A8299412}" dt="2025-12-10T10:22:31.871" v="2"/>
        <pc:sldMkLst>
          <pc:docMk/>
          <pc:sldMk cId="2962060215" sldId="262"/>
        </pc:sldMkLst>
        <pc:spChg chg="mod">
          <ac:chgData name="Rusa Kandiah (s)" userId="S::rusa.kandiah@students.fhnw.ch::51543bab-c3ed-43b4-aa03-5de42e6e848c" providerId="AD" clId="Web-{5881675C-BE93-607E-D54A-02D6A8299412}" dt="2025-12-10T10:22:31.871" v="2"/>
          <ac:spMkLst>
            <pc:docMk/>
            <pc:sldMk cId="2962060215" sldId="262"/>
            <ac:spMk id="2" creationId="{10D221F8-E325-E353-247A-FA9327AF9305}"/>
          </ac:spMkLst>
        </pc:spChg>
        <pc:spChg chg="del mod">
          <ac:chgData name="Rusa Kandiah (s)" userId="S::rusa.kandiah@students.fhnw.ch::51543bab-c3ed-43b4-aa03-5de42e6e848c" providerId="AD" clId="Web-{5881675C-BE93-607E-D54A-02D6A8299412}" dt="2025-12-10T10:22:31.871" v="2"/>
          <ac:spMkLst>
            <pc:docMk/>
            <pc:sldMk cId="2962060215" sldId="262"/>
            <ac:spMk id="3" creationId="{676C2EB2-4553-B760-24F8-1E7279B728E0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22:31.871" v="2"/>
          <ac:spMkLst>
            <pc:docMk/>
            <pc:sldMk cId="2962060215" sldId="262"/>
            <ac:spMk id="6" creationId="{4E17AA97-89A7-45C1-B813-BFF6C23D79E1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22:31.871" v="2"/>
          <ac:spMkLst>
            <pc:docMk/>
            <pc:sldMk cId="2962060215" sldId="262"/>
            <ac:spMk id="7" creationId="{33AC4FE1-D370-43A6-96C5-076716BB1E76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22:31.871" v="2"/>
          <ac:spMkLst>
            <pc:docMk/>
            <pc:sldMk cId="2962060215" sldId="262"/>
            <ac:spMk id="8" creationId="{4A3D569D-D3A6-49CA-A483-291E95DACA14}"/>
          </ac:spMkLst>
        </pc:spChg>
        <pc:graphicFrameChg chg="add">
          <ac:chgData name="Rusa Kandiah (s)" userId="S::rusa.kandiah@students.fhnw.ch::51543bab-c3ed-43b4-aa03-5de42e6e848c" providerId="AD" clId="Web-{5881675C-BE93-607E-D54A-02D6A8299412}" dt="2025-12-10T10:22:31.871" v="2"/>
          <ac:graphicFrameMkLst>
            <pc:docMk/>
            <pc:sldMk cId="2962060215" sldId="262"/>
            <ac:graphicFrameMk id="10" creationId="{6CA8BB76-C894-0BF3-495A-2DC893859B42}"/>
          </ac:graphicFrameMkLst>
        </pc:graphicFrameChg>
      </pc:sldChg>
      <pc:sldChg chg="addSp delSp modSp mod setBg">
        <pc:chgData name="Rusa Kandiah (s)" userId="S::rusa.kandiah@students.fhnw.ch::51543bab-c3ed-43b4-aa03-5de42e6e848c" providerId="AD" clId="Web-{5881675C-BE93-607E-D54A-02D6A8299412}" dt="2025-12-10T10:24:41.215" v="12"/>
        <pc:sldMkLst>
          <pc:docMk/>
          <pc:sldMk cId="924972217" sldId="263"/>
        </pc:sldMkLst>
        <pc:spChg chg="mod">
          <ac:chgData name="Rusa Kandiah (s)" userId="S::rusa.kandiah@students.fhnw.ch::51543bab-c3ed-43b4-aa03-5de42e6e848c" providerId="AD" clId="Web-{5881675C-BE93-607E-D54A-02D6A8299412}" dt="2025-12-10T10:23:29.012" v="5"/>
          <ac:spMkLst>
            <pc:docMk/>
            <pc:sldMk cId="924972217" sldId="263"/>
            <ac:spMk id="2" creationId="{168769CA-20AE-279C-526A-4C88750B7D55}"/>
          </ac:spMkLst>
        </pc:spChg>
        <pc:spChg chg="del mod">
          <ac:chgData name="Rusa Kandiah (s)" userId="S::rusa.kandiah@students.fhnw.ch::51543bab-c3ed-43b4-aa03-5de42e6e848c" providerId="AD" clId="Web-{5881675C-BE93-607E-D54A-02D6A8299412}" dt="2025-12-10T10:23:29.012" v="5"/>
          <ac:spMkLst>
            <pc:docMk/>
            <pc:sldMk cId="924972217" sldId="263"/>
            <ac:spMk id="3" creationId="{0F665631-798D-EA0F-B959-A617332046FA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23:29.012" v="5"/>
          <ac:spMkLst>
            <pc:docMk/>
            <pc:sldMk cId="924972217" sldId="263"/>
            <ac:spMk id="9" creationId="{4E17AA97-89A7-45C1-B813-BFF6C23D79E1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23:29.012" v="5"/>
          <ac:spMkLst>
            <pc:docMk/>
            <pc:sldMk cId="924972217" sldId="263"/>
            <ac:spMk id="11" creationId="{33AC4FE1-D370-43A6-96C5-076716BB1E76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23:29.012" v="5"/>
          <ac:spMkLst>
            <pc:docMk/>
            <pc:sldMk cId="924972217" sldId="263"/>
            <ac:spMk id="13" creationId="{4A3D569D-D3A6-49CA-A483-291E95DACA14}"/>
          </ac:spMkLst>
        </pc:spChg>
        <pc:graphicFrameChg chg="add modGraphic">
          <ac:chgData name="Rusa Kandiah (s)" userId="S::rusa.kandiah@students.fhnw.ch::51543bab-c3ed-43b4-aa03-5de42e6e848c" providerId="AD" clId="Web-{5881675C-BE93-607E-D54A-02D6A8299412}" dt="2025-12-10T10:24:41.215" v="12"/>
          <ac:graphicFrameMkLst>
            <pc:docMk/>
            <pc:sldMk cId="924972217" sldId="263"/>
            <ac:graphicFrameMk id="5" creationId="{0BFBECB0-CDAB-60BB-65D2-837B499EF4E8}"/>
          </ac:graphicFrameMkLst>
        </pc:graphicFrameChg>
      </pc:sldChg>
      <pc:sldChg chg="addSp delSp modSp new mod setBg setClrOvrMap">
        <pc:chgData name="Rusa Kandiah (s)" userId="S::rusa.kandiah@students.fhnw.ch::51543bab-c3ed-43b4-aa03-5de42e6e848c" providerId="AD" clId="Web-{5881675C-BE93-607E-D54A-02D6A8299412}" dt="2025-12-10T10:52:27.918" v="231" actId="20577"/>
        <pc:sldMkLst>
          <pc:docMk/>
          <pc:sldMk cId="3709773389" sldId="267"/>
        </pc:sldMkLst>
        <pc:spChg chg="mod">
          <ac:chgData name="Rusa Kandiah (s)" userId="S::rusa.kandiah@students.fhnw.ch::51543bab-c3ed-43b4-aa03-5de42e6e848c" providerId="AD" clId="Web-{5881675C-BE93-607E-D54A-02D6A8299412}" dt="2025-12-10T10:52:27.918" v="231" actId="20577"/>
          <ac:spMkLst>
            <pc:docMk/>
            <pc:sldMk cId="3709773389" sldId="267"/>
            <ac:spMk id="2" creationId="{49399E1D-B8CC-15B1-B81B-0CB7930A5A8C}"/>
          </ac:spMkLst>
        </pc:spChg>
        <pc:spChg chg="del">
          <ac:chgData name="Rusa Kandiah (s)" userId="S::rusa.kandiah@students.fhnw.ch::51543bab-c3ed-43b4-aa03-5de42e6e848c" providerId="AD" clId="Web-{5881675C-BE93-607E-D54A-02D6A8299412}" dt="2025-12-10T10:25:44.107" v="15"/>
          <ac:spMkLst>
            <pc:docMk/>
            <pc:sldMk cId="3709773389" sldId="267"/>
            <ac:spMk id="3" creationId="{BF7CEFAA-7C16-B673-F784-7F4A5E5AFBAF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25:44.107" v="15"/>
          <ac:spMkLst>
            <pc:docMk/>
            <pc:sldMk cId="3709773389" sldId="267"/>
            <ac:spMk id="9" creationId="{774A975B-A886-5202-0489-6965514A0D14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25:44.107" v="15"/>
          <ac:spMkLst>
            <pc:docMk/>
            <pc:sldMk cId="3709773389" sldId="267"/>
            <ac:spMk id="11" creationId="{EA67E988-5919-57BB-C7DE-D3EAD38A3045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25:44.107" v="15"/>
          <ac:spMkLst>
            <pc:docMk/>
            <pc:sldMk cId="3709773389" sldId="267"/>
            <ac:spMk id="13" creationId="{B7E2F724-2FB3-4D1D-A730-739B8654C030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25:44.107" v="15"/>
          <ac:spMkLst>
            <pc:docMk/>
            <pc:sldMk cId="3709773389" sldId="267"/>
            <ac:spMk id="15" creationId="{B2C335F7-F61C-4EB4-80F2-4B1438FE66BB}"/>
          </ac:spMkLst>
        </pc:spChg>
        <pc:picChg chg="add">
          <ac:chgData name="Rusa Kandiah (s)" userId="S::rusa.kandiah@students.fhnw.ch::51543bab-c3ed-43b4-aa03-5de42e6e848c" providerId="AD" clId="Web-{5881675C-BE93-607E-D54A-02D6A8299412}" dt="2025-12-10T10:25:44.107" v="15"/>
          <ac:picMkLst>
            <pc:docMk/>
            <pc:sldMk cId="3709773389" sldId="267"/>
            <ac:picMk id="5" creationId="{7EFA9041-B6A5-0BCE-0F60-7F89AA37FADE}"/>
          </ac:picMkLst>
        </pc:picChg>
      </pc:sldChg>
      <pc:sldChg chg="addSp delSp modSp new mod setBg setClrOvrMap">
        <pc:chgData name="Rusa Kandiah (s)" userId="S::rusa.kandiah@students.fhnw.ch::51543bab-c3ed-43b4-aa03-5de42e6e848c" providerId="AD" clId="Web-{5881675C-BE93-607E-D54A-02D6A8299412}" dt="2025-12-10T10:58:43.782" v="253" actId="20577"/>
        <pc:sldMkLst>
          <pc:docMk/>
          <pc:sldMk cId="17620668" sldId="268"/>
        </pc:sldMkLst>
        <pc:spChg chg="mod ord">
          <ac:chgData name="Rusa Kandiah (s)" userId="S::rusa.kandiah@students.fhnw.ch::51543bab-c3ed-43b4-aa03-5de42e6e848c" providerId="AD" clId="Web-{5881675C-BE93-607E-D54A-02D6A8299412}" dt="2025-12-10T10:58:43.782" v="253" actId="20577"/>
          <ac:spMkLst>
            <pc:docMk/>
            <pc:sldMk cId="17620668" sldId="268"/>
            <ac:spMk id="2" creationId="{ED1A8442-C2DC-D9C2-7C79-FB3916F5A5CF}"/>
          </ac:spMkLst>
        </pc:spChg>
        <pc:spChg chg="del">
          <ac:chgData name="Rusa Kandiah (s)" userId="S::rusa.kandiah@students.fhnw.ch::51543bab-c3ed-43b4-aa03-5de42e6e848c" providerId="AD" clId="Web-{5881675C-BE93-607E-D54A-02D6A8299412}" dt="2025-12-10T10:27:42.750" v="67"/>
          <ac:spMkLst>
            <pc:docMk/>
            <pc:sldMk cId="17620668" sldId="268"/>
            <ac:spMk id="3" creationId="{BB6F4D0B-F4BB-7B4A-1157-09AF29E01A8F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28:43.579" v="99"/>
          <ac:spMkLst>
            <pc:docMk/>
            <pc:sldMk cId="17620668" sldId="268"/>
            <ac:spMk id="8" creationId="{774A975B-A886-5202-0489-6965514A0D14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28:43.579" v="99"/>
          <ac:spMkLst>
            <pc:docMk/>
            <pc:sldMk cId="17620668" sldId="268"/>
            <ac:spMk id="10" creationId="{AA083F47-750E-A41F-1E5A-EFB054507C70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28:43.563" v="98"/>
          <ac:spMkLst>
            <pc:docMk/>
            <pc:sldMk cId="17620668" sldId="268"/>
            <ac:spMk id="12" creationId="{EA67E988-5919-57BB-C7DE-D3EAD38A3045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28:43.579" v="99"/>
          <ac:spMkLst>
            <pc:docMk/>
            <pc:sldMk cId="17620668" sldId="268"/>
            <ac:spMk id="14" creationId="{E73AF435-44C8-C44B-9352-ACFA393E2F29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28:43.579" v="99"/>
          <ac:spMkLst>
            <pc:docMk/>
            <pc:sldMk cId="17620668" sldId="268"/>
            <ac:spMk id="16" creationId="{9AD8A78E-AAB6-C125-6A57-5B031A873ED6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28:43.563" v="98"/>
          <ac:spMkLst>
            <pc:docMk/>
            <pc:sldMk cId="17620668" sldId="268"/>
            <ac:spMk id="18" creationId="{BBFC5193-1606-67C6-6571-CC04CF23435D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09.486" v="165"/>
          <ac:spMkLst>
            <pc:docMk/>
            <pc:sldMk cId="17620668" sldId="268"/>
            <ac:spMk id="23" creationId="{774A975B-A886-5202-0489-6965514A0D14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28:43.563" v="98"/>
          <ac:spMkLst>
            <pc:docMk/>
            <pc:sldMk cId="17620668" sldId="268"/>
            <ac:spMk id="24" creationId="{774A975B-A886-5202-0489-6965514A0D14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06.673" v="164"/>
          <ac:spMkLst>
            <pc:docMk/>
            <pc:sldMk cId="17620668" sldId="268"/>
            <ac:spMk id="25" creationId="{AA083F47-750E-A41F-1E5A-EFB054507C70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28:43.563" v="98"/>
          <ac:spMkLst>
            <pc:docMk/>
            <pc:sldMk cId="17620668" sldId="268"/>
            <ac:spMk id="26" creationId="{EA67E988-5919-57BB-C7DE-D3EAD38A3045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09.486" v="165"/>
          <ac:spMkLst>
            <pc:docMk/>
            <pc:sldMk cId="17620668" sldId="268"/>
            <ac:spMk id="27" creationId="{EA67E988-5919-57BB-C7DE-D3EAD38A3045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28:43.563" v="98"/>
          <ac:spMkLst>
            <pc:docMk/>
            <pc:sldMk cId="17620668" sldId="268"/>
            <ac:spMk id="28" creationId="{B7E2F724-2FB3-4D1D-A730-739B8654C030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09.486" v="165"/>
          <ac:spMkLst>
            <pc:docMk/>
            <pc:sldMk cId="17620668" sldId="268"/>
            <ac:spMk id="29" creationId="{E20BB609-EF92-42DB-836C-0699A590B5CF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28:43.563" v="98"/>
          <ac:spMkLst>
            <pc:docMk/>
            <pc:sldMk cId="17620668" sldId="268"/>
            <ac:spMk id="30" creationId="{B2C335F7-F61C-4EB4-80F2-4B1438FE66BB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09.486" v="165"/>
          <ac:spMkLst>
            <pc:docMk/>
            <pc:sldMk cId="17620668" sldId="268"/>
            <ac:spMk id="31" creationId="{B2C335F7-F61C-4EB4-80F2-4B1438FE66BB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36.533" v="201"/>
          <ac:spMkLst>
            <pc:docMk/>
            <pc:sldMk cId="17620668" sldId="268"/>
            <ac:spMk id="36" creationId="{774A975B-A886-5202-0489-6965514A0D14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29:55.251" v="163"/>
          <ac:spMkLst>
            <pc:docMk/>
            <pc:sldMk cId="17620668" sldId="268"/>
            <ac:spMk id="37" creationId="{774A975B-A886-5202-0489-6965514A0D14}"/>
          </ac:spMkLst>
        </pc:spChg>
        <pc:spChg chg="del">
          <ac:chgData name="Rusa Kandiah (s)" userId="S::rusa.kandiah@students.fhnw.ch::51543bab-c3ed-43b4-aa03-5de42e6e848c" providerId="AD" clId="Web-{5881675C-BE93-607E-D54A-02D6A8299412}" dt="2025-12-10T10:30:36.533" v="201"/>
          <ac:spMkLst>
            <pc:docMk/>
            <pc:sldMk cId="17620668" sldId="268"/>
            <ac:spMk id="38" creationId="{AA083F47-750E-A41F-1E5A-EFB054507C70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06.673" v="164"/>
          <ac:spMkLst>
            <pc:docMk/>
            <pc:sldMk cId="17620668" sldId="268"/>
            <ac:spMk id="39" creationId="{EA67E988-5919-57BB-C7DE-D3EAD38A3045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36.533" v="201"/>
          <ac:spMkLst>
            <pc:docMk/>
            <pc:sldMk cId="17620668" sldId="268"/>
            <ac:spMk id="40" creationId="{EA67E988-5919-57BB-C7DE-D3EAD38A3045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06.673" v="164"/>
          <ac:spMkLst>
            <pc:docMk/>
            <pc:sldMk cId="17620668" sldId="268"/>
            <ac:spMk id="41" creationId="{E20BB609-EF92-42DB-836C-0699A590B5CF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30:09.486" v="165"/>
          <ac:spMkLst>
            <pc:docMk/>
            <pc:sldMk cId="17620668" sldId="268"/>
            <ac:spMk id="42" creationId="{CEDBC09E-10FE-C48A-8AE5-2DE3D7D705D6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06.673" v="164"/>
          <ac:spMkLst>
            <pc:docMk/>
            <pc:sldMk cId="17620668" sldId="268"/>
            <ac:spMk id="43" creationId="{637992A9-1E8C-4E57-B4F4-EE2D38E504A2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36.533" v="201"/>
          <ac:spMkLst>
            <pc:docMk/>
            <pc:sldMk cId="17620668" sldId="268"/>
            <ac:spMk id="44" creationId="{31EBD83C-D653-7B6E-791C-91DC49F82E50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06.673" v="164"/>
          <ac:spMkLst>
            <pc:docMk/>
            <pc:sldMk cId="17620668" sldId="268"/>
            <ac:spMk id="45" creationId="{B2C335F7-F61C-4EB4-80F2-4B1438FE66BB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36.533" v="201"/>
          <ac:spMkLst>
            <pc:docMk/>
            <pc:sldMk cId="17620668" sldId="268"/>
            <ac:spMk id="46" creationId="{28B09CB6-CBCC-A221-E35E-4FA215926078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51.283" v="203"/>
          <ac:spMkLst>
            <pc:docMk/>
            <pc:sldMk cId="17620668" sldId="268"/>
            <ac:spMk id="52" creationId="{774A975B-A886-5202-0489-6965514A0D14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51.283" v="203"/>
          <ac:spMkLst>
            <pc:docMk/>
            <pc:sldMk cId="17620668" sldId="268"/>
            <ac:spMk id="54" creationId="{EA67E988-5919-57BB-C7DE-D3EAD38A3045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51.283" v="203"/>
          <ac:spMkLst>
            <pc:docMk/>
            <pc:sldMk cId="17620668" sldId="268"/>
            <ac:spMk id="56" creationId="{E20BB609-EF92-42DB-836C-0699A590B5CF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51.283" v="203"/>
          <ac:spMkLst>
            <pc:docMk/>
            <pc:sldMk cId="17620668" sldId="268"/>
            <ac:spMk id="58" creationId="{637992A9-1E8C-4E57-B4F4-EE2D38E504A2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0:51.283" v="203"/>
          <ac:spMkLst>
            <pc:docMk/>
            <pc:sldMk cId="17620668" sldId="268"/>
            <ac:spMk id="60" creationId="{B2C335F7-F61C-4EB4-80F2-4B1438FE66BB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1:29.768" v="205"/>
          <ac:spMkLst>
            <pc:docMk/>
            <pc:sldMk cId="17620668" sldId="268"/>
            <ac:spMk id="65" creationId="{774A975B-A886-5202-0489-6965514A0D14}"/>
          </ac:spMkLst>
        </pc:spChg>
        <pc:spChg chg="del">
          <ac:chgData name="Rusa Kandiah (s)" userId="S::rusa.kandiah@students.fhnw.ch::51543bab-c3ed-43b4-aa03-5de42e6e848c" providerId="AD" clId="Web-{5881675C-BE93-607E-D54A-02D6A8299412}" dt="2025-12-10T10:31:29.768" v="205"/>
          <ac:spMkLst>
            <pc:docMk/>
            <pc:sldMk cId="17620668" sldId="268"/>
            <ac:spMk id="67" creationId="{EA67E988-5919-57BB-C7DE-D3EAD38A3045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1:29.768" v="205"/>
          <ac:spMkLst>
            <pc:docMk/>
            <pc:sldMk cId="17620668" sldId="268"/>
            <ac:spMk id="69" creationId="{E20BB609-EF92-42DB-836C-0699A590B5CF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1:29.768" v="205"/>
          <ac:spMkLst>
            <pc:docMk/>
            <pc:sldMk cId="17620668" sldId="268"/>
            <ac:spMk id="71" creationId="{67B3E2DB-180D-4752-BBB6-987822D6BC7D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31:29.768" v="205"/>
          <ac:spMkLst>
            <pc:docMk/>
            <pc:sldMk cId="17620668" sldId="268"/>
            <ac:spMk id="73" creationId="{B2C335F7-F61C-4EB4-80F2-4B1438FE66BB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54:37.997" v="241"/>
          <ac:spMkLst>
            <pc:docMk/>
            <pc:sldMk cId="17620668" sldId="268"/>
            <ac:spMk id="78" creationId="{774A975B-A886-5202-0489-6965514A0D14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54:37.997" v="241"/>
          <ac:spMkLst>
            <pc:docMk/>
            <pc:sldMk cId="17620668" sldId="268"/>
            <ac:spMk id="80" creationId="{EA67E988-5919-57BB-C7DE-D3EAD38A3045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54:37.997" v="241"/>
          <ac:spMkLst>
            <pc:docMk/>
            <pc:sldMk cId="17620668" sldId="268"/>
            <ac:spMk id="82" creationId="{B7E2F724-2FB3-4D1D-A730-739B8654C030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54:37.997" v="241"/>
          <ac:spMkLst>
            <pc:docMk/>
            <pc:sldMk cId="17620668" sldId="268"/>
            <ac:spMk id="84" creationId="{B2C335F7-F61C-4EB4-80F2-4B1438FE66BB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54:37.997" v="241"/>
          <ac:spMkLst>
            <pc:docMk/>
            <pc:sldMk cId="17620668" sldId="268"/>
            <ac:spMk id="89" creationId="{774A975B-A886-5202-0489-6965514A0D14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55:08.873" v="245"/>
          <ac:spMkLst>
            <pc:docMk/>
            <pc:sldMk cId="17620668" sldId="268"/>
            <ac:spMk id="91" creationId="{EA67E988-5919-57BB-C7DE-D3EAD38A3045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55:08.873" v="245"/>
          <ac:spMkLst>
            <pc:docMk/>
            <pc:sldMk cId="17620668" sldId="268"/>
            <ac:spMk id="93" creationId="{B7E2F724-2FB3-4D1D-A730-739B8654C030}"/>
          </ac:spMkLst>
        </pc:spChg>
        <pc:spChg chg="add del">
          <ac:chgData name="Rusa Kandiah (s)" userId="S::rusa.kandiah@students.fhnw.ch::51543bab-c3ed-43b4-aa03-5de42e6e848c" providerId="AD" clId="Web-{5881675C-BE93-607E-D54A-02D6A8299412}" dt="2025-12-10T10:55:08.873" v="245"/>
          <ac:spMkLst>
            <pc:docMk/>
            <pc:sldMk cId="17620668" sldId="268"/>
            <ac:spMk id="95" creationId="{B2C335F7-F61C-4EB4-80F2-4B1438FE66BB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55:08.873" v="245"/>
          <ac:spMkLst>
            <pc:docMk/>
            <pc:sldMk cId="17620668" sldId="268"/>
            <ac:spMk id="100" creationId="{774A975B-A886-5202-0489-6965514A0D14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55:08.873" v="245"/>
          <ac:spMkLst>
            <pc:docMk/>
            <pc:sldMk cId="17620668" sldId="268"/>
            <ac:spMk id="102" creationId="{EA67E988-5919-57BB-C7DE-D3EAD38A3045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55:08.873" v="245"/>
          <ac:spMkLst>
            <pc:docMk/>
            <pc:sldMk cId="17620668" sldId="268"/>
            <ac:spMk id="104" creationId="{E20BB609-EF92-42DB-836C-0699A590B5CF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55:08.873" v="245"/>
          <ac:spMkLst>
            <pc:docMk/>
            <pc:sldMk cId="17620668" sldId="268"/>
            <ac:spMk id="106" creationId="{7508F7DC-CA28-4ACE-AF79-D7E98ED1BFA3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55:08.873" v="245"/>
          <ac:spMkLst>
            <pc:docMk/>
            <pc:sldMk cId="17620668" sldId="268"/>
            <ac:spMk id="108" creationId="{9AB20218-A500-457C-B65C-F3D198B1F717}"/>
          </ac:spMkLst>
        </pc:spChg>
        <pc:spChg chg="add">
          <ac:chgData name="Rusa Kandiah (s)" userId="S::rusa.kandiah@students.fhnw.ch::51543bab-c3ed-43b4-aa03-5de42e6e848c" providerId="AD" clId="Web-{5881675C-BE93-607E-D54A-02D6A8299412}" dt="2025-12-10T10:55:08.873" v="245"/>
          <ac:spMkLst>
            <pc:docMk/>
            <pc:sldMk cId="17620668" sldId="268"/>
            <ac:spMk id="110" creationId="{B2C335F7-F61C-4EB4-80F2-4B1438FE66BB}"/>
          </ac:spMkLst>
        </pc:spChg>
        <pc:picChg chg="add mod">
          <ac:chgData name="Rusa Kandiah (s)" userId="S::rusa.kandiah@students.fhnw.ch::51543bab-c3ed-43b4-aa03-5de42e6e848c" providerId="AD" clId="Web-{5881675C-BE93-607E-D54A-02D6A8299412}" dt="2025-12-10T10:56:08.515" v="251" actId="14100"/>
          <ac:picMkLst>
            <pc:docMk/>
            <pc:sldMk cId="17620668" sldId="268"/>
            <ac:picMk id="4" creationId="{4C577419-6300-5266-4C6B-C0CDCCD5280D}"/>
          </ac:picMkLst>
        </pc:picChg>
        <pc:picChg chg="del mod">
          <ac:chgData name="Rusa Kandiah (s)" userId="S::rusa.kandiah@students.fhnw.ch::51543bab-c3ed-43b4-aa03-5de42e6e848c" providerId="AD" clId="Web-{5881675C-BE93-607E-D54A-02D6A8299412}" dt="2025-12-10T10:53:00.496" v="232"/>
          <ac:picMkLst>
            <pc:docMk/>
            <pc:sldMk cId="17620668" sldId="268"/>
            <ac:picMk id="48" creationId="{C4BE4552-09D5-B1F8-342E-4A0049FD7672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D16D2D-9388-4E03-8CCD-2E4A9C7D5DBD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69CD6EA-2A63-4C14-B7F9-F6EF90D2ABD4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700" b="1" dirty="0" err="1">
              <a:ea typeface="+mn-ea"/>
              <a:cs typeface="+mn-cs"/>
            </a:rPr>
            <a:t>Alltagsbezug</a:t>
          </a:r>
          <a:r>
            <a:rPr lang="en-US" sz="1700" b="1" dirty="0">
              <a:ea typeface="+mn-ea"/>
              <a:cs typeface="+mn-cs"/>
            </a:rPr>
            <a:t>:</a:t>
          </a:r>
          <a:r>
            <a:rPr lang="en-US" sz="1700" dirty="0">
              <a:ea typeface="+mn-ea"/>
              <a:cs typeface="+mn-cs"/>
            </a:rPr>
            <a:t> </a:t>
          </a:r>
          <a:br>
            <a:rPr lang="en-US" sz="1700" dirty="0">
              <a:latin typeface="Bierstadt"/>
              <a:ea typeface="+mn-ea"/>
              <a:cs typeface="+mn-cs"/>
            </a:rPr>
          </a:br>
          <a:r>
            <a:rPr lang="en-US" sz="1700" dirty="0" err="1">
              <a:ea typeface="+mn-ea"/>
              <a:cs typeface="+mn-cs"/>
            </a:rPr>
            <a:t>Steuern</a:t>
          </a:r>
          <a:r>
            <a:rPr lang="en-US" sz="1700" dirty="0">
              <a:ea typeface="+mn-ea"/>
              <a:cs typeface="+mn-cs"/>
            </a:rPr>
            <a:t> </a:t>
          </a:r>
          <a:r>
            <a:rPr lang="en-US" sz="1700" dirty="0" err="1">
              <a:ea typeface="+mn-ea"/>
              <a:cs typeface="+mn-cs"/>
            </a:rPr>
            <a:t>betreffen</a:t>
          </a:r>
          <a:r>
            <a:rPr lang="en-US" sz="1700" dirty="0">
              <a:ea typeface="+mn-ea"/>
              <a:cs typeface="+mn-cs"/>
            </a:rPr>
            <a:t> alle, </a:t>
          </a:r>
          <a:r>
            <a:rPr lang="en-US" sz="1700" dirty="0" err="1">
              <a:ea typeface="+mn-ea"/>
              <a:cs typeface="+mn-cs"/>
            </a:rPr>
            <a:t>ein</a:t>
          </a:r>
          <a:r>
            <a:rPr lang="en-US" sz="1700" dirty="0">
              <a:ea typeface="+mn-ea"/>
              <a:cs typeface="+mn-cs"/>
            </a:rPr>
            <a:t> Rechner </a:t>
          </a:r>
          <a:r>
            <a:rPr lang="en-US" sz="1700" dirty="0" err="1">
              <a:ea typeface="+mn-ea"/>
              <a:cs typeface="+mn-cs"/>
            </a:rPr>
            <a:t>macht</a:t>
          </a:r>
          <a:r>
            <a:rPr lang="en-US" sz="1700" dirty="0">
              <a:ea typeface="+mn-ea"/>
              <a:cs typeface="+mn-cs"/>
            </a:rPr>
            <a:t> den Aufbau </a:t>
          </a:r>
          <a:r>
            <a:rPr lang="en-US" sz="1700" dirty="0" err="1">
              <a:ea typeface="+mn-ea"/>
              <a:cs typeface="+mn-cs"/>
            </a:rPr>
            <a:t>verständlicher</a:t>
          </a:r>
          <a:r>
            <a:rPr lang="en-US" sz="1700" dirty="0">
              <a:ea typeface="+mn-ea"/>
              <a:cs typeface="+mn-cs"/>
            </a:rPr>
            <a:t>.</a:t>
          </a:r>
        </a:p>
      </dgm:t>
    </dgm:pt>
    <dgm:pt modelId="{74502E71-DA60-46D2-9AE4-A6298E179342}" type="parTrans" cxnId="{C4448A31-F721-49BD-9D1E-D9EA406A738C}">
      <dgm:prSet/>
      <dgm:spPr/>
      <dgm:t>
        <a:bodyPr/>
        <a:lstStyle/>
        <a:p>
          <a:endParaRPr lang="en-US"/>
        </a:p>
      </dgm:t>
    </dgm:pt>
    <dgm:pt modelId="{5EC607A3-5BD0-4290-BC6F-43799454F6A3}" type="sibTrans" cxnId="{C4448A31-F721-49BD-9D1E-D9EA406A738C}">
      <dgm:prSet/>
      <dgm:spPr/>
      <dgm:t>
        <a:bodyPr/>
        <a:lstStyle/>
        <a:p>
          <a:endParaRPr lang="en-US"/>
        </a:p>
      </dgm:t>
    </dgm:pt>
    <dgm:pt modelId="{A5B960AD-A2C5-4D25-AF49-B8B6EC8293D4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700" b="1" dirty="0">
              <a:ea typeface="+mn-ea"/>
              <a:cs typeface="+mn-cs"/>
            </a:rPr>
            <a:t>Praxisbezug:</a:t>
          </a:r>
          <a:r>
            <a:rPr lang="en-US" sz="1700" dirty="0">
              <a:ea typeface="+mn-ea"/>
              <a:cs typeface="+mn-cs"/>
            </a:rPr>
            <a:t> Realistische Berechnungen speziell für den Kanton Solothurn.</a:t>
          </a:r>
        </a:p>
      </dgm:t>
    </dgm:pt>
    <dgm:pt modelId="{086CA0A7-CA6C-45AC-BB0E-390BCFBE13A6}" type="parTrans" cxnId="{C2A114A1-E847-44FC-B48B-5276D42CDDEF}">
      <dgm:prSet/>
      <dgm:spPr/>
      <dgm:t>
        <a:bodyPr/>
        <a:lstStyle/>
        <a:p>
          <a:endParaRPr lang="en-US"/>
        </a:p>
      </dgm:t>
    </dgm:pt>
    <dgm:pt modelId="{3128F8FF-6569-432D-8A62-5AE27DAEA35C}" type="sibTrans" cxnId="{C2A114A1-E847-44FC-B48B-5276D42CDDEF}">
      <dgm:prSet/>
      <dgm:spPr/>
      <dgm:t>
        <a:bodyPr/>
        <a:lstStyle/>
        <a:p>
          <a:endParaRPr lang="en-US"/>
        </a:p>
      </dgm:t>
    </dgm:pt>
    <dgm:pt modelId="{D679A7B2-FA0C-4469-A9ED-4738A3B3FF48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700" b="1" dirty="0" err="1">
              <a:ea typeface="+mn-ea"/>
              <a:cs typeface="+mn-cs"/>
            </a:rPr>
            <a:t>Programmier-Herausforderung</a:t>
          </a:r>
          <a:r>
            <a:rPr lang="en-US" sz="1700" b="1" dirty="0">
              <a:ea typeface="+mn-ea"/>
              <a:cs typeface="+mn-cs"/>
            </a:rPr>
            <a:t>:</a:t>
          </a:r>
          <a:r>
            <a:rPr lang="en-US" sz="1700" dirty="0">
              <a:ea typeface="+mn-ea"/>
              <a:cs typeface="+mn-cs"/>
            </a:rPr>
            <a:t>  </a:t>
          </a:r>
          <a:br>
            <a:rPr lang="en-US" sz="1700" dirty="0">
              <a:ea typeface="+mn-ea"/>
              <a:cs typeface="+mn-cs"/>
            </a:rPr>
          </a:br>
          <a:r>
            <a:rPr lang="en-US" sz="1700" dirty="0">
              <a:ea typeface="+mn-ea"/>
              <a:cs typeface="+mn-cs"/>
            </a:rPr>
            <a:t>Logik, </a:t>
          </a:r>
          <a:r>
            <a:rPr lang="en-US" sz="1700" dirty="0" err="1">
              <a:ea typeface="+mn-ea"/>
              <a:cs typeface="+mn-cs"/>
            </a:rPr>
            <a:t>Eingaben</a:t>
          </a:r>
          <a:r>
            <a:rPr lang="en-US" sz="1700" dirty="0">
              <a:ea typeface="+mn-ea"/>
              <a:cs typeface="+mn-cs"/>
            </a:rPr>
            <a:t> und </a:t>
          </a:r>
          <a:r>
            <a:rPr lang="en-US" sz="1700" dirty="0" err="1">
              <a:ea typeface="+mn-ea"/>
              <a:cs typeface="+mn-cs"/>
            </a:rPr>
            <a:t>Ausgaben</a:t>
          </a:r>
          <a:r>
            <a:rPr lang="en-US" sz="1700" dirty="0">
              <a:ea typeface="+mn-ea"/>
              <a:cs typeface="+mn-cs"/>
            </a:rPr>
            <a:t>.</a:t>
          </a:r>
        </a:p>
      </dgm:t>
    </dgm:pt>
    <dgm:pt modelId="{59B6762C-80C2-45DE-B322-15931C0EC325}" type="parTrans" cxnId="{C6E808E3-A9B6-40FF-96C1-71A051A3D8CB}">
      <dgm:prSet/>
      <dgm:spPr/>
      <dgm:t>
        <a:bodyPr/>
        <a:lstStyle/>
        <a:p>
          <a:endParaRPr lang="en-US"/>
        </a:p>
      </dgm:t>
    </dgm:pt>
    <dgm:pt modelId="{79E73536-3D79-4596-A4D0-E7B95A314DC8}" type="sibTrans" cxnId="{C6E808E3-A9B6-40FF-96C1-71A051A3D8CB}">
      <dgm:prSet/>
      <dgm:spPr/>
      <dgm:t>
        <a:bodyPr/>
        <a:lstStyle/>
        <a:p>
          <a:endParaRPr lang="en-US"/>
        </a:p>
      </dgm:t>
    </dgm:pt>
    <dgm:pt modelId="{4818665E-3879-4A01-BA91-BEF3AA387806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700" b="1" dirty="0" err="1">
              <a:ea typeface="+mn-ea"/>
              <a:cs typeface="+mn-cs"/>
            </a:rPr>
            <a:t>Strukturierte</a:t>
          </a:r>
          <a:r>
            <a:rPr lang="en-US" sz="1700" b="1" dirty="0">
              <a:ea typeface="+mn-ea"/>
              <a:cs typeface="+mn-cs"/>
            </a:rPr>
            <a:t> </a:t>
          </a:r>
          <a:r>
            <a:rPr lang="en-US" sz="1700" b="1" dirty="0" err="1">
              <a:ea typeface="+mn-ea"/>
              <a:cs typeface="+mn-cs"/>
            </a:rPr>
            <a:t>Umsetzung</a:t>
          </a:r>
          <a:r>
            <a:rPr lang="en-US" sz="1700" b="1" dirty="0">
              <a:ea typeface="+mn-ea"/>
              <a:cs typeface="+mn-cs"/>
            </a:rPr>
            <a:t>:</a:t>
          </a:r>
          <a:r>
            <a:rPr lang="en-US" sz="1700" dirty="0">
              <a:ea typeface="+mn-ea"/>
              <a:cs typeface="+mn-cs"/>
            </a:rPr>
            <a:t> </a:t>
          </a:r>
          <a:br>
            <a:rPr lang="en-US" sz="1700" dirty="0">
              <a:ea typeface="+mn-ea"/>
              <a:cs typeface="+mn-cs"/>
            </a:rPr>
          </a:br>
          <a:r>
            <a:rPr lang="en-US" sz="1700" dirty="0">
              <a:ea typeface="+mn-ea"/>
              <a:cs typeface="+mn-cs"/>
            </a:rPr>
            <a:t>Klare Regeln und </a:t>
          </a:r>
          <a:r>
            <a:rPr lang="en-US" sz="1700" dirty="0" err="1">
              <a:ea typeface="+mn-ea"/>
              <a:cs typeface="+mn-cs"/>
            </a:rPr>
            <a:t>Vorgaben</a:t>
          </a:r>
          <a:r>
            <a:rPr lang="en-US" sz="1700" dirty="0">
              <a:ea typeface="+mn-ea"/>
              <a:cs typeface="+mn-cs"/>
            </a:rPr>
            <a:t> </a:t>
          </a:r>
        </a:p>
      </dgm:t>
    </dgm:pt>
    <dgm:pt modelId="{42D3AB53-944D-417E-8F11-2DC51FFDA95C}" type="parTrans" cxnId="{186C4C41-0CDD-4D9A-BDC4-BD5D353B2CBB}">
      <dgm:prSet/>
      <dgm:spPr/>
      <dgm:t>
        <a:bodyPr/>
        <a:lstStyle/>
        <a:p>
          <a:endParaRPr lang="en-US"/>
        </a:p>
      </dgm:t>
    </dgm:pt>
    <dgm:pt modelId="{C3FD7EC2-1DF3-494D-A394-3DCCE80D3632}" type="sibTrans" cxnId="{186C4C41-0CDD-4D9A-BDC4-BD5D353B2CBB}">
      <dgm:prSet/>
      <dgm:spPr/>
      <dgm:t>
        <a:bodyPr/>
        <a:lstStyle/>
        <a:p>
          <a:endParaRPr lang="en-US"/>
        </a:p>
      </dgm:t>
    </dgm:pt>
    <dgm:pt modelId="{FF700C28-88CD-403D-A899-50584C442F62}" type="pres">
      <dgm:prSet presAssocID="{7DD16D2D-9388-4E03-8CCD-2E4A9C7D5DB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FE2935-AE4D-4C16-936A-FCEF9DFC41ED}" type="pres">
      <dgm:prSet presAssocID="{769CD6EA-2A63-4C14-B7F9-F6EF90D2ABD4}" presName="hierRoot1" presStyleCnt="0"/>
      <dgm:spPr/>
    </dgm:pt>
    <dgm:pt modelId="{274D06A2-A24F-48A6-9CA2-92A7522C0155}" type="pres">
      <dgm:prSet presAssocID="{769CD6EA-2A63-4C14-B7F9-F6EF90D2ABD4}" presName="composite" presStyleCnt="0"/>
      <dgm:spPr/>
    </dgm:pt>
    <dgm:pt modelId="{9A15A51D-9D67-4950-BC52-1C307957B384}" type="pres">
      <dgm:prSet presAssocID="{769CD6EA-2A63-4C14-B7F9-F6EF90D2ABD4}" presName="background" presStyleLbl="node0" presStyleIdx="0" presStyleCnt="4"/>
      <dgm:spPr/>
    </dgm:pt>
    <dgm:pt modelId="{14C43CC8-C9AB-4A5B-A732-CEFD7BAB586A}" type="pres">
      <dgm:prSet presAssocID="{769CD6EA-2A63-4C14-B7F9-F6EF90D2ABD4}" presName="text" presStyleLbl="fgAcc0" presStyleIdx="0" presStyleCnt="4">
        <dgm:presLayoutVars>
          <dgm:chPref val="3"/>
        </dgm:presLayoutVars>
      </dgm:prSet>
      <dgm:spPr/>
    </dgm:pt>
    <dgm:pt modelId="{78884E1E-C8CE-4396-BD9E-CDEFC1C0C53E}" type="pres">
      <dgm:prSet presAssocID="{769CD6EA-2A63-4C14-B7F9-F6EF90D2ABD4}" presName="hierChild2" presStyleCnt="0"/>
      <dgm:spPr/>
    </dgm:pt>
    <dgm:pt modelId="{0DBB8519-FD1A-430B-968B-EDD37FDE1294}" type="pres">
      <dgm:prSet presAssocID="{A5B960AD-A2C5-4D25-AF49-B8B6EC8293D4}" presName="hierRoot1" presStyleCnt="0"/>
      <dgm:spPr/>
    </dgm:pt>
    <dgm:pt modelId="{622CCD53-EA0D-4B96-BE57-A4ACF61850DF}" type="pres">
      <dgm:prSet presAssocID="{A5B960AD-A2C5-4D25-AF49-B8B6EC8293D4}" presName="composite" presStyleCnt="0"/>
      <dgm:spPr/>
    </dgm:pt>
    <dgm:pt modelId="{9B6BE7A7-4DEF-4E1B-8E1C-49881C3BDF45}" type="pres">
      <dgm:prSet presAssocID="{A5B960AD-A2C5-4D25-AF49-B8B6EC8293D4}" presName="background" presStyleLbl="node0" presStyleIdx="1" presStyleCnt="4"/>
      <dgm:spPr/>
    </dgm:pt>
    <dgm:pt modelId="{DBE8F493-1281-46A9-AB48-07DC17511896}" type="pres">
      <dgm:prSet presAssocID="{A5B960AD-A2C5-4D25-AF49-B8B6EC8293D4}" presName="text" presStyleLbl="fgAcc0" presStyleIdx="1" presStyleCnt="4">
        <dgm:presLayoutVars>
          <dgm:chPref val="3"/>
        </dgm:presLayoutVars>
      </dgm:prSet>
      <dgm:spPr/>
    </dgm:pt>
    <dgm:pt modelId="{FE357866-B9B1-4BE4-B267-75F002B9879A}" type="pres">
      <dgm:prSet presAssocID="{A5B960AD-A2C5-4D25-AF49-B8B6EC8293D4}" presName="hierChild2" presStyleCnt="0"/>
      <dgm:spPr/>
    </dgm:pt>
    <dgm:pt modelId="{0A14C473-D6AD-4D78-9915-DB2A90B62F8E}" type="pres">
      <dgm:prSet presAssocID="{D679A7B2-FA0C-4469-A9ED-4738A3B3FF48}" presName="hierRoot1" presStyleCnt="0"/>
      <dgm:spPr/>
    </dgm:pt>
    <dgm:pt modelId="{A96148CB-287C-40E7-84AD-011903007C8D}" type="pres">
      <dgm:prSet presAssocID="{D679A7B2-FA0C-4469-A9ED-4738A3B3FF48}" presName="composite" presStyleCnt="0"/>
      <dgm:spPr/>
    </dgm:pt>
    <dgm:pt modelId="{AC850FD9-16C2-4F66-9020-1884908D249F}" type="pres">
      <dgm:prSet presAssocID="{D679A7B2-FA0C-4469-A9ED-4738A3B3FF48}" presName="background" presStyleLbl="node0" presStyleIdx="2" presStyleCnt="4"/>
      <dgm:spPr/>
    </dgm:pt>
    <dgm:pt modelId="{6705340B-BC5F-4EB0-B882-8E4C27122203}" type="pres">
      <dgm:prSet presAssocID="{D679A7B2-FA0C-4469-A9ED-4738A3B3FF48}" presName="text" presStyleLbl="fgAcc0" presStyleIdx="2" presStyleCnt="4">
        <dgm:presLayoutVars>
          <dgm:chPref val="3"/>
        </dgm:presLayoutVars>
      </dgm:prSet>
      <dgm:spPr/>
    </dgm:pt>
    <dgm:pt modelId="{84283568-84E2-4C33-A4AB-A33AF5C184DE}" type="pres">
      <dgm:prSet presAssocID="{D679A7B2-FA0C-4469-A9ED-4738A3B3FF48}" presName="hierChild2" presStyleCnt="0"/>
      <dgm:spPr/>
    </dgm:pt>
    <dgm:pt modelId="{DDAED4BD-216A-4A45-A3B0-9A58B4DFCD3D}" type="pres">
      <dgm:prSet presAssocID="{4818665E-3879-4A01-BA91-BEF3AA387806}" presName="hierRoot1" presStyleCnt="0"/>
      <dgm:spPr/>
    </dgm:pt>
    <dgm:pt modelId="{008E79A6-F5BC-4EC0-B888-C3D1DE47CD27}" type="pres">
      <dgm:prSet presAssocID="{4818665E-3879-4A01-BA91-BEF3AA387806}" presName="composite" presStyleCnt="0"/>
      <dgm:spPr/>
    </dgm:pt>
    <dgm:pt modelId="{E672CCC4-CF84-4C2D-BF6D-6B6FA5BC8727}" type="pres">
      <dgm:prSet presAssocID="{4818665E-3879-4A01-BA91-BEF3AA387806}" presName="background" presStyleLbl="node0" presStyleIdx="3" presStyleCnt="4"/>
      <dgm:spPr/>
    </dgm:pt>
    <dgm:pt modelId="{58E1856A-FD6E-4155-AD12-606EB810B050}" type="pres">
      <dgm:prSet presAssocID="{4818665E-3879-4A01-BA91-BEF3AA387806}" presName="text" presStyleLbl="fgAcc0" presStyleIdx="3" presStyleCnt="4">
        <dgm:presLayoutVars>
          <dgm:chPref val="3"/>
        </dgm:presLayoutVars>
      </dgm:prSet>
      <dgm:spPr/>
    </dgm:pt>
    <dgm:pt modelId="{BC010AFB-7463-45C5-81EB-4A9F07743FC5}" type="pres">
      <dgm:prSet presAssocID="{4818665E-3879-4A01-BA91-BEF3AA387806}" presName="hierChild2" presStyleCnt="0"/>
      <dgm:spPr/>
    </dgm:pt>
  </dgm:ptLst>
  <dgm:cxnLst>
    <dgm:cxn modelId="{CE13E928-2F91-4A2A-A5D8-95288C7D0A4D}" type="presOf" srcId="{A5B960AD-A2C5-4D25-AF49-B8B6EC8293D4}" destId="{DBE8F493-1281-46A9-AB48-07DC17511896}" srcOrd="0" destOrd="0" presId="urn:microsoft.com/office/officeart/2005/8/layout/hierarchy1"/>
    <dgm:cxn modelId="{C4448A31-F721-49BD-9D1E-D9EA406A738C}" srcId="{7DD16D2D-9388-4E03-8CCD-2E4A9C7D5DBD}" destId="{769CD6EA-2A63-4C14-B7F9-F6EF90D2ABD4}" srcOrd="0" destOrd="0" parTransId="{74502E71-DA60-46D2-9AE4-A6298E179342}" sibTransId="{5EC607A3-5BD0-4290-BC6F-43799454F6A3}"/>
    <dgm:cxn modelId="{186C4C41-0CDD-4D9A-BDC4-BD5D353B2CBB}" srcId="{7DD16D2D-9388-4E03-8CCD-2E4A9C7D5DBD}" destId="{4818665E-3879-4A01-BA91-BEF3AA387806}" srcOrd="3" destOrd="0" parTransId="{42D3AB53-944D-417E-8F11-2DC51FFDA95C}" sibTransId="{C3FD7EC2-1DF3-494D-A394-3DCCE80D3632}"/>
    <dgm:cxn modelId="{BBE0E04B-00B3-4806-A0C2-A5117A6B3BEC}" type="presOf" srcId="{7DD16D2D-9388-4E03-8CCD-2E4A9C7D5DBD}" destId="{FF700C28-88CD-403D-A899-50584C442F62}" srcOrd="0" destOrd="0" presId="urn:microsoft.com/office/officeart/2005/8/layout/hierarchy1"/>
    <dgm:cxn modelId="{62CB444D-72B4-4C12-9691-EDF4990D5ACA}" type="presOf" srcId="{D679A7B2-FA0C-4469-A9ED-4738A3B3FF48}" destId="{6705340B-BC5F-4EB0-B882-8E4C27122203}" srcOrd="0" destOrd="0" presId="urn:microsoft.com/office/officeart/2005/8/layout/hierarchy1"/>
    <dgm:cxn modelId="{23AAF253-DCAD-4955-B4E9-F38F116D368F}" type="presOf" srcId="{769CD6EA-2A63-4C14-B7F9-F6EF90D2ABD4}" destId="{14C43CC8-C9AB-4A5B-A732-CEFD7BAB586A}" srcOrd="0" destOrd="0" presId="urn:microsoft.com/office/officeart/2005/8/layout/hierarchy1"/>
    <dgm:cxn modelId="{C2A114A1-E847-44FC-B48B-5276D42CDDEF}" srcId="{7DD16D2D-9388-4E03-8CCD-2E4A9C7D5DBD}" destId="{A5B960AD-A2C5-4D25-AF49-B8B6EC8293D4}" srcOrd="1" destOrd="0" parTransId="{086CA0A7-CA6C-45AC-BB0E-390BCFBE13A6}" sibTransId="{3128F8FF-6569-432D-8A62-5AE27DAEA35C}"/>
    <dgm:cxn modelId="{70455DB5-096D-42A8-942A-02F0231C1B62}" type="presOf" srcId="{4818665E-3879-4A01-BA91-BEF3AA387806}" destId="{58E1856A-FD6E-4155-AD12-606EB810B050}" srcOrd="0" destOrd="0" presId="urn:microsoft.com/office/officeart/2005/8/layout/hierarchy1"/>
    <dgm:cxn modelId="{C6E808E3-A9B6-40FF-96C1-71A051A3D8CB}" srcId="{7DD16D2D-9388-4E03-8CCD-2E4A9C7D5DBD}" destId="{D679A7B2-FA0C-4469-A9ED-4738A3B3FF48}" srcOrd="2" destOrd="0" parTransId="{59B6762C-80C2-45DE-B322-15931C0EC325}" sibTransId="{79E73536-3D79-4596-A4D0-E7B95A314DC8}"/>
    <dgm:cxn modelId="{E9AFC5DD-FF98-4BE5-B5FB-0226EE8A8B0E}" type="presParOf" srcId="{FF700C28-88CD-403D-A899-50584C442F62}" destId="{1DFE2935-AE4D-4C16-936A-FCEF9DFC41ED}" srcOrd="0" destOrd="0" presId="urn:microsoft.com/office/officeart/2005/8/layout/hierarchy1"/>
    <dgm:cxn modelId="{C915F06C-0C5D-4F56-8961-BD0581042186}" type="presParOf" srcId="{1DFE2935-AE4D-4C16-936A-FCEF9DFC41ED}" destId="{274D06A2-A24F-48A6-9CA2-92A7522C0155}" srcOrd="0" destOrd="0" presId="urn:microsoft.com/office/officeart/2005/8/layout/hierarchy1"/>
    <dgm:cxn modelId="{F1E306CC-4186-4E1F-89DA-8C21C1F3D968}" type="presParOf" srcId="{274D06A2-A24F-48A6-9CA2-92A7522C0155}" destId="{9A15A51D-9D67-4950-BC52-1C307957B384}" srcOrd="0" destOrd="0" presId="urn:microsoft.com/office/officeart/2005/8/layout/hierarchy1"/>
    <dgm:cxn modelId="{1E846B60-876B-47BE-AA3E-720733604FE0}" type="presParOf" srcId="{274D06A2-A24F-48A6-9CA2-92A7522C0155}" destId="{14C43CC8-C9AB-4A5B-A732-CEFD7BAB586A}" srcOrd="1" destOrd="0" presId="urn:microsoft.com/office/officeart/2005/8/layout/hierarchy1"/>
    <dgm:cxn modelId="{6C80C511-76AD-4D2C-A605-2AC52D7F54C7}" type="presParOf" srcId="{1DFE2935-AE4D-4C16-936A-FCEF9DFC41ED}" destId="{78884E1E-C8CE-4396-BD9E-CDEFC1C0C53E}" srcOrd="1" destOrd="0" presId="urn:microsoft.com/office/officeart/2005/8/layout/hierarchy1"/>
    <dgm:cxn modelId="{7B07E7DF-93CF-4E72-B2A3-2549609C2600}" type="presParOf" srcId="{FF700C28-88CD-403D-A899-50584C442F62}" destId="{0DBB8519-FD1A-430B-968B-EDD37FDE1294}" srcOrd="1" destOrd="0" presId="urn:microsoft.com/office/officeart/2005/8/layout/hierarchy1"/>
    <dgm:cxn modelId="{1E896258-DE8B-42A2-BD61-BB0B99EC283F}" type="presParOf" srcId="{0DBB8519-FD1A-430B-968B-EDD37FDE1294}" destId="{622CCD53-EA0D-4B96-BE57-A4ACF61850DF}" srcOrd="0" destOrd="0" presId="urn:microsoft.com/office/officeart/2005/8/layout/hierarchy1"/>
    <dgm:cxn modelId="{649619CB-DCA9-43A9-9A39-110FA6F1B4B8}" type="presParOf" srcId="{622CCD53-EA0D-4B96-BE57-A4ACF61850DF}" destId="{9B6BE7A7-4DEF-4E1B-8E1C-49881C3BDF45}" srcOrd="0" destOrd="0" presId="urn:microsoft.com/office/officeart/2005/8/layout/hierarchy1"/>
    <dgm:cxn modelId="{817A22CC-928C-4BE0-A02D-598CFF27C9BF}" type="presParOf" srcId="{622CCD53-EA0D-4B96-BE57-A4ACF61850DF}" destId="{DBE8F493-1281-46A9-AB48-07DC17511896}" srcOrd="1" destOrd="0" presId="urn:microsoft.com/office/officeart/2005/8/layout/hierarchy1"/>
    <dgm:cxn modelId="{3AF60C9A-4B4F-4F07-8949-4433322B205C}" type="presParOf" srcId="{0DBB8519-FD1A-430B-968B-EDD37FDE1294}" destId="{FE357866-B9B1-4BE4-B267-75F002B9879A}" srcOrd="1" destOrd="0" presId="urn:microsoft.com/office/officeart/2005/8/layout/hierarchy1"/>
    <dgm:cxn modelId="{B33851A7-A5A1-423A-B06F-062A91943171}" type="presParOf" srcId="{FF700C28-88CD-403D-A899-50584C442F62}" destId="{0A14C473-D6AD-4D78-9915-DB2A90B62F8E}" srcOrd="2" destOrd="0" presId="urn:microsoft.com/office/officeart/2005/8/layout/hierarchy1"/>
    <dgm:cxn modelId="{5A330965-4F52-4446-BA13-5D0F4C401DF7}" type="presParOf" srcId="{0A14C473-D6AD-4D78-9915-DB2A90B62F8E}" destId="{A96148CB-287C-40E7-84AD-011903007C8D}" srcOrd="0" destOrd="0" presId="urn:microsoft.com/office/officeart/2005/8/layout/hierarchy1"/>
    <dgm:cxn modelId="{9EC27437-A77C-45AD-B1CC-19BD0D71596A}" type="presParOf" srcId="{A96148CB-287C-40E7-84AD-011903007C8D}" destId="{AC850FD9-16C2-4F66-9020-1884908D249F}" srcOrd="0" destOrd="0" presId="urn:microsoft.com/office/officeart/2005/8/layout/hierarchy1"/>
    <dgm:cxn modelId="{24AABD76-8022-41C0-9158-DD704D7FB8D4}" type="presParOf" srcId="{A96148CB-287C-40E7-84AD-011903007C8D}" destId="{6705340B-BC5F-4EB0-B882-8E4C27122203}" srcOrd="1" destOrd="0" presId="urn:microsoft.com/office/officeart/2005/8/layout/hierarchy1"/>
    <dgm:cxn modelId="{4D5EA9A2-3B66-4C26-AF7B-E170E5B27D4C}" type="presParOf" srcId="{0A14C473-D6AD-4D78-9915-DB2A90B62F8E}" destId="{84283568-84E2-4C33-A4AB-A33AF5C184DE}" srcOrd="1" destOrd="0" presId="urn:microsoft.com/office/officeart/2005/8/layout/hierarchy1"/>
    <dgm:cxn modelId="{FB60DC56-3966-43FC-A0BA-FCB17BA5F22C}" type="presParOf" srcId="{FF700C28-88CD-403D-A899-50584C442F62}" destId="{DDAED4BD-216A-4A45-A3B0-9A58B4DFCD3D}" srcOrd="3" destOrd="0" presId="urn:microsoft.com/office/officeart/2005/8/layout/hierarchy1"/>
    <dgm:cxn modelId="{3EE877AB-9119-4DBA-9F41-4B8F8B5D432B}" type="presParOf" srcId="{DDAED4BD-216A-4A45-A3B0-9A58B4DFCD3D}" destId="{008E79A6-F5BC-4EC0-B888-C3D1DE47CD27}" srcOrd="0" destOrd="0" presId="urn:microsoft.com/office/officeart/2005/8/layout/hierarchy1"/>
    <dgm:cxn modelId="{853478FA-729B-4F02-9109-129862662F98}" type="presParOf" srcId="{008E79A6-F5BC-4EC0-B888-C3D1DE47CD27}" destId="{E672CCC4-CF84-4C2D-BF6D-6B6FA5BC8727}" srcOrd="0" destOrd="0" presId="urn:microsoft.com/office/officeart/2005/8/layout/hierarchy1"/>
    <dgm:cxn modelId="{4606FDA5-1F5D-40CD-936F-19F9A3D0F213}" type="presParOf" srcId="{008E79A6-F5BC-4EC0-B888-C3D1DE47CD27}" destId="{58E1856A-FD6E-4155-AD12-606EB810B050}" srcOrd="1" destOrd="0" presId="urn:microsoft.com/office/officeart/2005/8/layout/hierarchy1"/>
    <dgm:cxn modelId="{B10CFA46-0DC6-4A2F-82EE-BFB5F6C45E87}" type="presParOf" srcId="{DDAED4BD-216A-4A45-A3B0-9A58B4DFCD3D}" destId="{BC010AFB-7463-45C5-81EB-4A9F07743FC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2CA6B1-9377-4BCD-AF0B-8FE455AF76DD}" type="doc">
      <dgm:prSet loTypeId="urn:microsoft.com/office/officeart/2008/layout/LinedList" loCatId="list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US"/>
        </a:p>
      </dgm:t>
    </dgm:pt>
    <dgm:pt modelId="{D8581398-6A18-414D-BFC9-3E579D98C189}">
      <dgm:prSet/>
      <dgm:spPr/>
      <dgm:t>
        <a:bodyPr/>
        <a:lstStyle/>
        <a:p>
          <a:r>
            <a:rPr lang="en-US"/>
            <a:t>Steuerberechnungen vereinfachen</a:t>
          </a:r>
        </a:p>
      </dgm:t>
    </dgm:pt>
    <dgm:pt modelId="{21FB3A3D-9149-4105-A788-DC60D29A6377}" type="parTrans" cxnId="{C37D6EDB-63CB-424E-B15B-4173D9343A7C}">
      <dgm:prSet/>
      <dgm:spPr/>
      <dgm:t>
        <a:bodyPr/>
        <a:lstStyle/>
        <a:p>
          <a:endParaRPr lang="en-US"/>
        </a:p>
      </dgm:t>
    </dgm:pt>
    <dgm:pt modelId="{28690236-A547-411A-84D5-7A0C741AC551}" type="sibTrans" cxnId="{C37D6EDB-63CB-424E-B15B-4173D9343A7C}">
      <dgm:prSet/>
      <dgm:spPr/>
      <dgm:t>
        <a:bodyPr/>
        <a:lstStyle/>
        <a:p>
          <a:endParaRPr lang="en-US"/>
        </a:p>
      </dgm:t>
    </dgm:pt>
    <dgm:pt modelId="{AF376F58-2561-4A7C-A306-C0DDEF707143}">
      <dgm:prSet/>
      <dgm:spPr/>
      <dgm:t>
        <a:bodyPr/>
        <a:lstStyle/>
        <a:p>
          <a:r>
            <a:rPr lang="en-US"/>
            <a:t>Praxisnah: Kanton Solothurn</a:t>
          </a:r>
        </a:p>
      </dgm:t>
    </dgm:pt>
    <dgm:pt modelId="{64EB301A-02CF-4728-9D1D-E429A397C4DE}" type="parTrans" cxnId="{1302169E-4203-493E-9913-94FAD1DDBBD6}">
      <dgm:prSet/>
      <dgm:spPr/>
      <dgm:t>
        <a:bodyPr/>
        <a:lstStyle/>
        <a:p>
          <a:endParaRPr lang="en-US"/>
        </a:p>
      </dgm:t>
    </dgm:pt>
    <dgm:pt modelId="{81875992-6B8E-4356-8D31-E9798673A372}" type="sibTrans" cxnId="{1302169E-4203-493E-9913-94FAD1DDBBD6}">
      <dgm:prSet/>
      <dgm:spPr/>
      <dgm:t>
        <a:bodyPr/>
        <a:lstStyle/>
        <a:p>
          <a:endParaRPr lang="en-US"/>
        </a:p>
      </dgm:t>
    </dgm:pt>
    <dgm:pt modelId="{7FDF7A67-8CEF-4E64-B984-2C78D9AB2EEA}">
      <dgm:prSet/>
      <dgm:spPr/>
      <dgm:t>
        <a:bodyPr/>
        <a:lstStyle/>
        <a:p>
          <a:r>
            <a:rPr lang="en-US"/>
            <a:t>Programmiertechnische Übung: Logik, Eingaben, Ausgaben</a:t>
          </a:r>
        </a:p>
      </dgm:t>
    </dgm:pt>
    <dgm:pt modelId="{5CB043AA-9B5D-4D6D-910B-8AFDBD52A84C}" type="parTrans" cxnId="{C863E40D-BCDD-4CC2-9450-4460678A4EEC}">
      <dgm:prSet/>
      <dgm:spPr/>
      <dgm:t>
        <a:bodyPr/>
        <a:lstStyle/>
        <a:p>
          <a:endParaRPr lang="en-US"/>
        </a:p>
      </dgm:t>
    </dgm:pt>
    <dgm:pt modelId="{708C4E8A-8D9C-4959-AC2C-989615E1CF89}" type="sibTrans" cxnId="{C863E40D-BCDD-4CC2-9450-4460678A4EEC}">
      <dgm:prSet/>
      <dgm:spPr/>
      <dgm:t>
        <a:bodyPr/>
        <a:lstStyle/>
        <a:p>
          <a:endParaRPr lang="en-US"/>
        </a:p>
      </dgm:t>
    </dgm:pt>
    <dgm:pt modelId="{CEBA8101-E7FC-4DAB-B287-DB10FCB7AFC4}">
      <dgm:prSet/>
      <dgm:spPr/>
      <dgm:t>
        <a:bodyPr/>
        <a:lstStyle/>
        <a:p>
          <a:r>
            <a:rPr lang="en-US"/>
            <a:t>Nützlicher Mehrwert</a:t>
          </a:r>
        </a:p>
      </dgm:t>
    </dgm:pt>
    <dgm:pt modelId="{3273E366-8E30-4667-9CD5-03462A383070}" type="parTrans" cxnId="{793B792A-C104-4572-941D-761CC4E493C5}">
      <dgm:prSet/>
      <dgm:spPr/>
      <dgm:t>
        <a:bodyPr/>
        <a:lstStyle/>
        <a:p>
          <a:endParaRPr lang="en-US"/>
        </a:p>
      </dgm:t>
    </dgm:pt>
    <dgm:pt modelId="{09C5E276-B240-459D-8189-83BBC8823F80}" type="sibTrans" cxnId="{793B792A-C104-4572-941D-761CC4E493C5}">
      <dgm:prSet/>
      <dgm:spPr/>
      <dgm:t>
        <a:bodyPr/>
        <a:lstStyle/>
        <a:p>
          <a:endParaRPr lang="en-US"/>
        </a:p>
      </dgm:t>
    </dgm:pt>
    <dgm:pt modelId="{74448238-8064-4671-8627-AEDA9334A69C}" type="pres">
      <dgm:prSet presAssocID="{092CA6B1-9377-4BCD-AF0B-8FE455AF76DD}" presName="vert0" presStyleCnt="0">
        <dgm:presLayoutVars>
          <dgm:dir/>
          <dgm:animOne val="branch"/>
          <dgm:animLvl val="lvl"/>
        </dgm:presLayoutVars>
      </dgm:prSet>
      <dgm:spPr/>
    </dgm:pt>
    <dgm:pt modelId="{722FDD8E-03DA-4581-98B4-02D080640B46}" type="pres">
      <dgm:prSet presAssocID="{D8581398-6A18-414D-BFC9-3E579D98C189}" presName="thickLine" presStyleLbl="alignNode1" presStyleIdx="0" presStyleCnt="4"/>
      <dgm:spPr/>
    </dgm:pt>
    <dgm:pt modelId="{15CA9E88-B8A7-408D-896A-C30DF1AC2A11}" type="pres">
      <dgm:prSet presAssocID="{D8581398-6A18-414D-BFC9-3E579D98C189}" presName="horz1" presStyleCnt="0"/>
      <dgm:spPr/>
    </dgm:pt>
    <dgm:pt modelId="{C56386C9-786D-464D-9622-2A8B104E7E79}" type="pres">
      <dgm:prSet presAssocID="{D8581398-6A18-414D-BFC9-3E579D98C189}" presName="tx1" presStyleLbl="revTx" presStyleIdx="0" presStyleCnt="4"/>
      <dgm:spPr/>
    </dgm:pt>
    <dgm:pt modelId="{8B4CB606-A0B3-43AF-973B-B92945FD7D92}" type="pres">
      <dgm:prSet presAssocID="{D8581398-6A18-414D-BFC9-3E579D98C189}" presName="vert1" presStyleCnt="0"/>
      <dgm:spPr/>
    </dgm:pt>
    <dgm:pt modelId="{AD8477F7-A372-4E95-9FDA-D23EB35C425D}" type="pres">
      <dgm:prSet presAssocID="{AF376F58-2561-4A7C-A306-C0DDEF707143}" presName="thickLine" presStyleLbl="alignNode1" presStyleIdx="1" presStyleCnt="4"/>
      <dgm:spPr/>
    </dgm:pt>
    <dgm:pt modelId="{AEF6339B-7D42-4B09-BCC9-756659EE1E8F}" type="pres">
      <dgm:prSet presAssocID="{AF376F58-2561-4A7C-A306-C0DDEF707143}" presName="horz1" presStyleCnt="0"/>
      <dgm:spPr/>
    </dgm:pt>
    <dgm:pt modelId="{2FCBA7A0-D132-488E-A131-F2D00B16637D}" type="pres">
      <dgm:prSet presAssocID="{AF376F58-2561-4A7C-A306-C0DDEF707143}" presName="tx1" presStyleLbl="revTx" presStyleIdx="1" presStyleCnt="4"/>
      <dgm:spPr/>
    </dgm:pt>
    <dgm:pt modelId="{A82C1653-B987-415A-9834-3434D09D76D6}" type="pres">
      <dgm:prSet presAssocID="{AF376F58-2561-4A7C-A306-C0DDEF707143}" presName="vert1" presStyleCnt="0"/>
      <dgm:spPr/>
    </dgm:pt>
    <dgm:pt modelId="{116BEB8C-5C82-46DD-81B4-30274D1D5BF1}" type="pres">
      <dgm:prSet presAssocID="{7FDF7A67-8CEF-4E64-B984-2C78D9AB2EEA}" presName="thickLine" presStyleLbl="alignNode1" presStyleIdx="2" presStyleCnt="4"/>
      <dgm:spPr/>
    </dgm:pt>
    <dgm:pt modelId="{36B40C9B-760B-4CBE-B48F-7129930CDBE4}" type="pres">
      <dgm:prSet presAssocID="{7FDF7A67-8CEF-4E64-B984-2C78D9AB2EEA}" presName="horz1" presStyleCnt="0"/>
      <dgm:spPr/>
    </dgm:pt>
    <dgm:pt modelId="{04704CBD-A2FE-4FF7-BABF-FB7D22D7A9D6}" type="pres">
      <dgm:prSet presAssocID="{7FDF7A67-8CEF-4E64-B984-2C78D9AB2EEA}" presName="tx1" presStyleLbl="revTx" presStyleIdx="2" presStyleCnt="4"/>
      <dgm:spPr/>
    </dgm:pt>
    <dgm:pt modelId="{78F5DC74-54F4-4992-AB9B-DD24B2DBADD1}" type="pres">
      <dgm:prSet presAssocID="{7FDF7A67-8CEF-4E64-B984-2C78D9AB2EEA}" presName="vert1" presStyleCnt="0"/>
      <dgm:spPr/>
    </dgm:pt>
    <dgm:pt modelId="{2373FEC8-AF56-49F3-BFBE-5FE2D7AC91F6}" type="pres">
      <dgm:prSet presAssocID="{CEBA8101-E7FC-4DAB-B287-DB10FCB7AFC4}" presName="thickLine" presStyleLbl="alignNode1" presStyleIdx="3" presStyleCnt="4"/>
      <dgm:spPr/>
    </dgm:pt>
    <dgm:pt modelId="{F2BE37DC-CEE9-411E-9527-F252FDCC4CEA}" type="pres">
      <dgm:prSet presAssocID="{CEBA8101-E7FC-4DAB-B287-DB10FCB7AFC4}" presName="horz1" presStyleCnt="0"/>
      <dgm:spPr/>
    </dgm:pt>
    <dgm:pt modelId="{ABC6D70D-FA93-4806-BBE3-09F165BC3DA9}" type="pres">
      <dgm:prSet presAssocID="{CEBA8101-E7FC-4DAB-B287-DB10FCB7AFC4}" presName="tx1" presStyleLbl="revTx" presStyleIdx="3" presStyleCnt="4"/>
      <dgm:spPr/>
    </dgm:pt>
    <dgm:pt modelId="{63B556B9-A4A5-484C-819A-A7F7BED86256}" type="pres">
      <dgm:prSet presAssocID="{CEBA8101-E7FC-4DAB-B287-DB10FCB7AFC4}" presName="vert1" presStyleCnt="0"/>
      <dgm:spPr/>
    </dgm:pt>
  </dgm:ptLst>
  <dgm:cxnLst>
    <dgm:cxn modelId="{CCED8D02-BBE1-425B-BA3A-2706D1BCD281}" type="presOf" srcId="{7FDF7A67-8CEF-4E64-B984-2C78D9AB2EEA}" destId="{04704CBD-A2FE-4FF7-BABF-FB7D22D7A9D6}" srcOrd="0" destOrd="0" presId="urn:microsoft.com/office/officeart/2008/layout/LinedList"/>
    <dgm:cxn modelId="{C863E40D-BCDD-4CC2-9450-4460678A4EEC}" srcId="{092CA6B1-9377-4BCD-AF0B-8FE455AF76DD}" destId="{7FDF7A67-8CEF-4E64-B984-2C78D9AB2EEA}" srcOrd="2" destOrd="0" parTransId="{5CB043AA-9B5D-4D6D-910B-8AFDBD52A84C}" sibTransId="{708C4E8A-8D9C-4959-AC2C-989615E1CF89}"/>
    <dgm:cxn modelId="{E5376418-7CF1-437A-8C4F-BDA844EAEF9D}" type="presOf" srcId="{AF376F58-2561-4A7C-A306-C0DDEF707143}" destId="{2FCBA7A0-D132-488E-A131-F2D00B16637D}" srcOrd="0" destOrd="0" presId="urn:microsoft.com/office/officeart/2008/layout/LinedList"/>
    <dgm:cxn modelId="{793B792A-C104-4572-941D-761CC4E493C5}" srcId="{092CA6B1-9377-4BCD-AF0B-8FE455AF76DD}" destId="{CEBA8101-E7FC-4DAB-B287-DB10FCB7AFC4}" srcOrd="3" destOrd="0" parTransId="{3273E366-8E30-4667-9CD5-03462A383070}" sibTransId="{09C5E276-B240-459D-8189-83BBC8823F80}"/>
    <dgm:cxn modelId="{D04D353C-C5D5-492B-8799-96085346033F}" type="presOf" srcId="{CEBA8101-E7FC-4DAB-B287-DB10FCB7AFC4}" destId="{ABC6D70D-FA93-4806-BBE3-09F165BC3DA9}" srcOrd="0" destOrd="0" presId="urn:microsoft.com/office/officeart/2008/layout/LinedList"/>
    <dgm:cxn modelId="{54368A4F-2489-42A6-966E-EEC9239BF7A0}" type="presOf" srcId="{D8581398-6A18-414D-BFC9-3E579D98C189}" destId="{C56386C9-786D-464D-9622-2A8B104E7E79}" srcOrd="0" destOrd="0" presId="urn:microsoft.com/office/officeart/2008/layout/LinedList"/>
    <dgm:cxn modelId="{1302169E-4203-493E-9913-94FAD1DDBBD6}" srcId="{092CA6B1-9377-4BCD-AF0B-8FE455AF76DD}" destId="{AF376F58-2561-4A7C-A306-C0DDEF707143}" srcOrd="1" destOrd="0" parTransId="{64EB301A-02CF-4728-9D1D-E429A397C4DE}" sibTransId="{81875992-6B8E-4356-8D31-E9798673A372}"/>
    <dgm:cxn modelId="{536B47C1-7BEA-46DA-8AE9-788F435603D7}" type="presOf" srcId="{092CA6B1-9377-4BCD-AF0B-8FE455AF76DD}" destId="{74448238-8064-4671-8627-AEDA9334A69C}" srcOrd="0" destOrd="0" presId="urn:microsoft.com/office/officeart/2008/layout/LinedList"/>
    <dgm:cxn modelId="{C37D6EDB-63CB-424E-B15B-4173D9343A7C}" srcId="{092CA6B1-9377-4BCD-AF0B-8FE455AF76DD}" destId="{D8581398-6A18-414D-BFC9-3E579D98C189}" srcOrd="0" destOrd="0" parTransId="{21FB3A3D-9149-4105-A788-DC60D29A6377}" sibTransId="{28690236-A547-411A-84D5-7A0C741AC551}"/>
    <dgm:cxn modelId="{BF5A51E7-143A-4AE2-BFBB-C30A2B4C8531}" type="presParOf" srcId="{74448238-8064-4671-8627-AEDA9334A69C}" destId="{722FDD8E-03DA-4581-98B4-02D080640B46}" srcOrd="0" destOrd="0" presId="urn:microsoft.com/office/officeart/2008/layout/LinedList"/>
    <dgm:cxn modelId="{BECE925F-9450-4896-8FFD-4C529C14AF9A}" type="presParOf" srcId="{74448238-8064-4671-8627-AEDA9334A69C}" destId="{15CA9E88-B8A7-408D-896A-C30DF1AC2A11}" srcOrd="1" destOrd="0" presId="urn:microsoft.com/office/officeart/2008/layout/LinedList"/>
    <dgm:cxn modelId="{580ED525-44D4-4088-BF76-AE094A58B2A7}" type="presParOf" srcId="{15CA9E88-B8A7-408D-896A-C30DF1AC2A11}" destId="{C56386C9-786D-464D-9622-2A8B104E7E79}" srcOrd="0" destOrd="0" presId="urn:microsoft.com/office/officeart/2008/layout/LinedList"/>
    <dgm:cxn modelId="{5F473599-4D01-4050-AB09-B92791CA96D0}" type="presParOf" srcId="{15CA9E88-B8A7-408D-896A-C30DF1AC2A11}" destId="{8B4CB606-A0B3-43AF-973B-B92945FD7D92}" srcOrd="1" destOrd="0" presId="urn:microsoft.com/office/officeart/2008/layout/LinedList"/>
    <dgm:cxn modelId="{95EA5786-65F2-48F4-A1A5-FCFB638B9067}" type="presParOf" srcId="{74448238-8064-4671-8627-AEDA9334A69C}" destId="{AD8477F7-A372-4E95-9FDA-D23EB35C425D}" srcOrd="2" destOrd="0" presId="urn:microsoft.com/office/officeart/2008/layout/LinedList"/>
    <dgm:cxn modelId="{6629CC44-123E-4709-BF5E-67478A0ACC44}" type="presParOf" srcId="{74448238-8064-4671-8627-AEDA9334A69C}" destId="{AEF6339B-7D42-4B09-BCC9-756659EE1E8F}" srcOrd="3" destOrd="0" presId="urn:microsoft.com/office/officeart/2008/layout/LinedList"/>
    <dgm:cxn modelId="{41C06EF5-E537-4A19-A472-89091CD3EE2C}" type="presParOf" srcId="{AEF6339B-7D42-4B09-BCC9-756659EE1E8F}" destId="{2FCBA7A0-D132-488E-A131-F2D00B16637D}" srcOrd="0" destOrd="0" presId="urn:microsoft.com/office/officeart/2008/layout/LinedList"/>
    <dgm:cxn modelId="{0BBBA924-99C6-4272-8017-B4CD6FA6943B}" type="presParOf" srcId="{AEF6339B-7D42-4B09-BCC9-756659EE1E8F}" destId="{A82C1653-B987-415A-9834-3434D09D76D6}" srcOrd="1" destOrd="0" presId="urn:microsoft.com/office/officeart/2008/layout/LinedList"/>
    <dgm:cxn modelId="{89FF6FFB-EB69-4EC7-852F-7AECAE5A52D1}" type="presParOf" srcId="{74448238-8064-4671-8627-AEDA9334A69C}" destId="{116BEB8C-5C82-46DD-81B4-30274D1D5BF1}" srcOrd="4" destOrd="0" presId="urn:microsoft.com/office/officeart/2008/layout/LinedList"/>
    <dgm:cxn modelId="{0F3EE971-1A60-4544-A8A2-FA3A0FD468E5}" type="presParOf" srcId="{74448238-8064-4671-8627-AEDA9334A69C}" destId="{36B40C9B-760B-4CBE-B48F-7129930CDBE4}" srcOrd="5" destOrd="0" presId="urn:microsoft.com/office/officeart/2008/layout/LinedList"/>
    <dgm:cxn modelId="{2DFE0ACF-18EC-4B5F-8CA6-1E0FF73B1C86}" type="presParOf" srcId="{36B40C9B-760B-4CBE-B48F-7129930CDBE4}" destId="{04704CBD-A2FE-4FF7-BABF-FB7D22D7A9D6}" srcOrd="0" destOrd="0" presId="urn:microsoft.com/office/officeart/2008/layout/LinedList"/>
    <dgm:cxn modelId="{51E66E1B-C365-471E-8ECF-C29828F47A3E}" type="presParOf" srcId="{36B40C9B-760B-4CBE-B48F-7129930CDBE4}" destId="{78F5DC74-54F4-4992-AB9B-DD24B2DBADD1}" srcOrd="1" destOrd="0" presId="urn:microsoft.com/office/officeart/2008/layout/LinedList"/>
    <dgm:cxn modelId="{873029E2-9161-45C7-B705-89DEB709DE33}" type="presParOf" srcId="{74448238-8064-4671-8627-AEDA9334A69C}" destId="{2373FEC8-AF56-49F3-BFBE-5FE2D7AC91F6}" srcOrd="6" destOrd="0" presId="urn:microsoft.com/office/officeart/2008/layout/LinedList"/>
    <dgm:cxn modelId="{09159116-3657-4DFC-A86F-00FFBF03F49A}" type="presParOf" srcId="{74448238-8064-4671-8627-AEDA9334A69C}" destId="{F2BE37DC-CEE9-411E-9527-F252FDCC4CEA}" srcOrd="7" destOrd="0" presId="urn:microsoft.com/office/officeart/2008/layout/LinedList"/>
    <dgm:cxn modelId="{57F70773-87CA-42E6-8791-6E9B70D0A15A}" type="presParOf" srcId="{F2BE37DC-CEE9-411E-9527-F252FDCC4CEA}" destId="{ABC6D70D-FA93-4806-BBE3-09F165BC3DA9}" srcOrd="0" destOrd="0" presId="urn:microsoft.com/office/officeart/2008/layout/LinedList"/>
    <dgm:cxn modelId="{265D1246-D0DD-436A-9755-B13B534AE64B}" type="presParOf" srcId="{F2BE37DC-CEE9-411E-9527-F252FDCC4CEA}" destId="{63B556B9-A4A5-484C-819A-A7F7BED8625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DFCE6D-AB86-4707-AA27-22D8FFE45835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9B65A12F-FD68-437F-8530-99913881A2A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Eingabeformular für Einkommen, Vermögen, Abzüge</a:t>
          </a:r>
        </a:p>
      </dgm:t>
    </dgm:pt>
    <dgm:pt modelId="{F3525369-A947-4070-A40E-CB640C6B2935}" type="parTrans" cxnId="{C54DE4E7-1517-471B-AFD2-BD0741BC5AC9}">
      <dgm:prSet/>
      <dgm:spPr/>
      <dgm:t>
        <a:bodyPr/>
        <a:lstStyle/>
        <a:p>
          <a:endParaRPr lang="en-US"/>
        </a:p>
      </dgm:t>
    </dgm:pt>
    <dgm:pt modelId="{26BA68BB-B97D-4849-9849-43A84C4962DA}" type="sibTrans" cxnId="{C54DE4E7-1517-471B-AFD2-BD0741BC5AC9}">
      <dgm:prSet/>
      <dgm:spPr/>
      <dgm:t>
        <a:bodyPr/>
        <a:lstStyle/>
        <a:p>
          <a:endParaRPr lang="en-US"/>
        </a:p>
      </dgm:t>
    </dgm:pt>
    <dgm:pt modelId="{FE589BFB-EE54-4C0D-8E78-F5A3996BA6B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Automatische Berechnung der Steuer</a:t>
          </a:r>
        </a:p>
      </dgm:t>
    </dgm:pt>
    <dgm:pt modelId="{5066D990-230C-44F8-90F2-48DEE83E7C4E}" type="parTrans" cxnId="{432A4F46-A125-4E08-9EEB-CB01BD273704}">
      <dgm:prSet/>
      <dgm:spPr/>
      <dgm:t>
        <a:bodyPr/>
        <a:lstStyle/>
        <a:p>
          <a:endParaRPr lang="en-US"/>
        </a:p>
      </dgm:t>
    </dgm:pt>
    <dgm:pt modelId="{C864278C-1967-41A1-B591-1E7A4D335058}" type="sibTrans" cxnId="{432A4F46-A125-4E08-9EEB-CB01BD273704}">
      <dgm:prSet/>
      <dgm:spPr/>
      <dgm:t>
        <a:bodyPr/>
        <a:lstStyle/>
        <a:p>
          <a:endParaRPr lang="en-US"/>
        </a:p>
      </dgm:t>
    </dgm:pt>
    <dgm:pt modelId="{2F48C553-9211-4078-8778-441EC735280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Übersichtliche Ergebnisanzeige</a:t>
          </a:r>
        </a:p>
      </dgm:t>
    </dgm:pt>
    <dgm:pt modelId="{56E835CB-B08A-4EA7-84D7-A72893965ECE}" type="parTrans" cxnId="{8D395A08-DA1F-41DE-B408-52A7DA7FE035}">
      <dgm:prSet/>
      <dgm:spPr/>
      <dgm:t>
        <a:bodyPr/>
        <a:lstStyle/>
        <a:p>
          <a:endParaRPr lang="en-US"/>
        </a:p>
      </dgm:t>
    </dgm:pt>
    <dgm:pt modelId="{40F9E32B-AF1F-4F64-BB9D-026B2B6C402A}" type="sibTrans" cxnId="{8D395A08-DA1F-41DE-B408-52A7DA7FE035}">
      <dgm:prSet/>
      <dgm:spPr/>
      <dgm:t>
        <a:bodyPr/>
        <a:lstStyle/>
        <a:p>
          <a:endParaRPr lang="en-US"/>
        </a:p>
      </dgm:t>
    </dgm:pt>
    <dgm:pt modelId="{9097F006-DDEC-4638-BB3C-0C0F6BAEE925}" type="pres">
      <dgm:prSet presAssocID="{4BDFCE6D-AB86-4707-AA27-22D8FFE45835}" presName="root" presStyleCnt="0">
        <dgm:presLayoutVars>
          <dgm:dir/>
          <dgm:resizeHandles val="exact"/>
        </dgm:presLayoutVars>
      </dgm:prSet>
      <dgm:spPr/>
    </dgm:pt>
    <dgm:pt modelId="{714463F2-728E-44D2-8E74-AA40FD639EEB}" type="pres">
      <dgm:prSet presAssocID="{9B65A12F-FD68-437F-8530-99913881A2A5}" presName="compNode" presStyleCnt="0"/>
      <dgm:spPr/>
    </dgm:pt>
    <dgm:pt modelId="{E7CFEF8A-3FDB-4CF4-903D-606AD6FE1E90}" type="pres">
      <dgm:prSet presAssocID="{9B65A12F-FD68-437F-8530-99913881A2A5}" presName="iconBgRect" presStyleLbl="bgShp" presStyleIdx="0" presStyleCnt="3"/>
      <dgm:spPr/>
    </dgm:pt>
    <dgm:pt modelId="{D2439AD2-B9A5-4DAF-926C-374C3EA71067}" type="pres">
      <dgm:prSet presAssocID="{9B65A12F-FD68-437F-8530-99913881A2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71160470-A38A-45D6-9B6C-A14C3C3DFD14}" type="pres">
      <dgm:prSet presAssocID="{9B65A12F-FD68-437F-8530-99913881A2A5}" presName="spaceRect" presStyleCnt="0"/>
      <dgm:spPr/>
    </dgm:pt>
    <dgm:pt modelId="{BB200549-3B6A-481D-8ADC-825597991BF8}" type="pres">
      <dgm:prSet presAssocID="{9B65A12F-FD68-437F-8530-99913881A2A5}" presName="textRect" presStyleLbl="revTx" presStyleIdx="0" presStyleCnt="3">
        <dgm:presLayoutVars>
          <dgm:chMax val="1"/>
          <dgm:chPref val="1"/>
        </dgm:presLayoutVars>
      </dgm:prSet>
      <dgm:spPr/>
    </dgm:pt>
    <dgm:pt modelId="{C4F66678-99AE-4D02-BA39-8FB4FC0A98BA}" type="pres">
      <dgm:prSet presAssocID="{26BA68BB-B97D-4849-9849-43A84C4962DA}" presName="sibTrans" presStyleCnt="0"/>
      <dgm:spPr/>
    </dgm:pt>
    <dgm:pt modelId="{D9DB30F0-4A34-4FF9-8E2F-E0DF05E3EA1E}" type="pres">
      <dgm:prSet presAssocID="{FE589BFB-EE54-4C0D-8E78-F5A3996BA6B7}" presName="compNode" presStyleCnt="0"/>
      <dgm:spPr/>
    </dgm:pt>
    <dgm:pt modelId="{F527C14A-4023-49E8-8925-8557D1412D06}" type="pres">
      <dgm:prSet presAssocID="{FE589BFB-EE54-4C0D-8E78-F5A3996BA6B7}" presName="iconBgRect" presStyleLbl="bgShp" presStyleIdx="1" presStyleCnt="3"/>
      <dgm:spPr/>
    </dgm:pt>
    <dgm:pt modelId="{43E1B36A-A257-442C-807D-D0A2E8F9A06E}" type="pres">
      <dgm:prSet presAssocID="{FE589BFB-EE54-4C0D-8E78-F5A3996BA6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25FFFBA-710E-42D6-83ED-31149917E3E1}" type="pres">
      <dgm:prSet presAssocID="{FE589BFB-EE54-4C0D-8E78-F5A3996BA6B7}" presName="spaceRect" presStyleCnt="0"/>
      <dgm:spPr/>
    </dgm:pt>
    <dgm:pt modelId="{9917045C-7CAF-48D8-8588-077ECA259D37}" type="pres">
      <dgm:prSet presAssocID="{FE589BFB-EE54-4C0D-8E78-F5A3996BA6B7}" presName="textRect" presStyleLbl="revTx" presStyleIdx="1" presStyleCnt="3">
        <dgm:presLayoutVars>
          <dgm:chMax val="1"/>
          <dgm:chPref val="1"/>
        </dgm:presLayoutVars>
      </dgm:prSet>
      <dgm:spPr/>
    </dgm:pt>
    <dgm:pt modelId="{ADB13CC7-5E29-4FD1-9AF1-864C0DA0ADC3}" type="pres">
      <dgm:prSet presAssocID="{C864278C-1967-41A1-B591-1E7A4D335058}" presName="sibTrans" presStyleCnt="0"/>
      <dgm:spPr/>
    </dgm:pt>
    <dgm:pt modelId="{EFEDFE81-1341-4350-9413-DE1CEC424A1C}" type="pres">
      <dgm:prSet presAssocID="{2F48C553-9211-4078-8778-441EC7352808}" presName="compNode" presStyleCnt="0"/>
      <dgm:spPr/>
    </dgm:pt>
    <dgm:pt modelId="{0D86F3B6-CAB3-4872-B26C-A1434BD2CB77}" type="pres">
      <dgm:prSet presAssocID="{2F48C553-9211-4078-8778-441EC7352808}" presName="iconBgRect" presStyleLbl="bgShp" presStyleIdx="2" presStyleCnt="3"/>
      <dgm:spPr/>
    </dgm:pt>
    <dgm:pt modelId="{A64172D9-CBC2-4963-BF75-28B37BCC840F}" type="pres">
      <dgm:prSet presAssocID="{2F48C553-9211-4078-8778-441EC735280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F652EF4-798A-4177-B4B9-AAA78185501F}" type="pres">
      <dgm:prSet presAssocID="{2F48C553-9211-4078-8778-441EC7352808}" presName="spaceRect" presStyleCnt="0"/>
      <dgm:spPr/>
    </dgm:pt>
    <dgm:pt modelId="{664A9430-7D5A-42F0-85EA-4EE04AACF03D}" type="pres">
      <dgm:prSet presAssocID="{2F48C553-9211-4078-8778-441EC735280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D395A08-DA1F-41DE-B408-52A7DA7FE035}" srcId="{4BDFCE6D-AB86-4707-AA27-22D8FFE45835}" destId="{2F48C553-9211-4078-8778-441EC7352808}" srcOrd="2" destOrd="0" parTransId="{56E835CB-B08A-4EA7-84D7-A72893965ECE}" sibTransId="{40F9E32B-AF1F-4F64-BB9D-026B2B6C402A}"/>
    <dgm:cxn modelId="{792E023B-EDEA-49B6-A11C-20F9F399BCBC}" type="presOf" srcId="{9B65A12F-FD68-437F-8530-99913881A2A5}" destId="{BB200549-3B6A-481D-8ADC-825597991BF8}" srcOrd="0" destOrd="0" presId="urn:microsoft.com/office/officeart/2018/5/layout/IconCircleLabelList"/>
    <dgm:cxn modelId="{881D725F-DE18-4A08-8F35-23A2CFDD5CDE}" type="presOf" srcId="{2F48C553-9211-4078-8778-441EC7352808}" destId="{664A9430-7D5A-42F0-85EA-4EE04AACF03D}" srcOrd="0" destOrd="0" presId="urn:microsoft.com/office/officeart/2018/5/layout/IconCircleLabelList"/>
    <dgm:cxn modelId="{432A4F46-A125-4E08-9EEB-CB01BD273704}" srcId="{4BDFCE6D-AB86-4707-AA27-22D8FFE45835}" destId="{FE589BFB-EE54-4C0D-8E78-F5A3996BA6B7}" srcOrd="1" destOrd="0" parTransId="{5066D990-230C-44F8-90F2-48DEE83E7C4E}" sibTransId="{C864278C-1967-41A1-B591-1E7A4D335058}"/>
    <dgm:cxn modelId="{422D1F50-3942-4843-BEDF-C0FD94305CF5}" type="presOf" srcId="{FE589BFB-EE54-4C0D-8E78-F5A3996BA6B7}" destId="{9917045C-7CAF-48D8-8588-077ECA259D37}" srcOrd="0" destOrd="0" presId="urn:microsoft.com/office/officeart/2018/5/layout/IconCircleLabelList"/>
    <dgm:cxn modelId="{015750CC-EF65-45F2-B388-350F33B0C44D}" type="presOf" srcId="{4BDFCE6D-AB86-4707-AA27-22D8FFE45835}" destId="{9097F006-DDEC-4638-BB3C-0C0F6BAEE925}" srcOrd="0" destOrd="0" presId="urn:microsoft.com/office/officeart/2018/5/layout/IconCircleLabelList"/>
    <dgm:cxn modelId="{C54DE4E7-1517-471B-AFD2-BD0741BC5AC9}" srcId="{4BDFCE6D-AB86-4707-AA27-22D8FFE45835}" destId="{9B65A12F-FD68-437F-8530-99913881A2A5}" srcOrd="0" destOrd="0" parTransId="{F3525369-A947-4070-A40E-CB640C6B2935}" sibTransId="{26BA68BB-B97D-4849-9849-43A84C4962DA}"/>
    <dgm:cxn modelId="{FC9F9EE8-3D80-49F2-95A2-D0580B14B836}" type="presParOf" srcId="{9097F006-DDEC-4638-BB3C-0C0F6BAEE925}" destId="{714463F2-728E-44D2-8E74-AA40FD639EEB}" srcOrd="0" destOrd="0" presId="urn:microsoft.com/office/officeart/2018/5/layout/IconCircleLabelList"/>
    <dgm:cxn modelId="{86D09742-CD16-424E-82FD-588F54F46B9B}" type="presParOf" srcId="{714463F2-728E-44D2-8E74-AA40FD639EEB}" destId="{E7CFEF8A-3FDB-4CF4-903D-606AD6FE1E90}" srcOrd="0" destOrd="0" presId="urn:microsoft.com/office/officeart/2018/5/layout/IconCircleLabelList"/>
    <dgm:cxn modelId="{D294F121-EC0A-49F5-A344-61EEB6D914DB}" type="presParOf" srcId="{714463F2-728E-44D2-8E74-AA40FD639EEB}" destId="{D2439AD2-B9A5-4DAF-926C-374C3EA71067}" srcOrd="1" destOrd="0" presId="urn:microsoft.com/office/officeart/2018/5/layout/IconCircleLabelList"/>
    <dgm:cxn modelId="{B6693C64-D96C-47F9-BF83-49FAA761B85F}" type="presParOf" srcId="{714463F2-728E-44D2-8E74-AA40FD639EEB}" destId="{71160470-A38A-45D6-9B6C-A14C3C3DFD14}" srcOrd="2" destOrd="0" presId="urn:microsoft.com/office/officeart/2018/5/layout/IconCircleLabelList"/>
    <dgm:cxn modelId="{43298B01-6AF1-40ED-A54F-D54CAA2F7372}" type="presParOf" srcId="{714463F2-728E-44D2-8E74-AA40FD639EEB}" destId="{BB200549-3B6A-481D-8ADC-825597991BF8}" srcOrd="3" destOrd="0" presId="urn:microsoft.com/office/officeart/2018/5/layout/IconCircleLabelList"/>
    <dgm:cxn modelId="{A6D6E6A1-DAF7-4F93-A11D-0DC22C625EF8}" type="presParOf" srcId="{9097F006-DDEC-4638-BB3C-0C0F6BAEE925}" destId="{C4F66678-99AE-4D02-BA39-8FB4FC0A98BA}" srcOrd="1" destOrd="0" presId="urn:microsoft.com/office/officeart/2018/5/layout/IconCircleLabelList"/>
    <dgm:cxn modelId="{F2E6A022-D08A-4C6F-9EF0-0D5365B0C7C5}" type="presParOf" srcId="{9097F006-DDEC-4638-BB3C-0C0F6BAEE925}" destId="{D9DB30F0-4A34-4FF9-8E2F-E0DF05E3EA1E}" srcOrd="2" destOrd="0" presId="urn:microsoft.com/office/officeart/2018/5/layout/IconCircleLabelList"/>
    <dgm:cxn modelId="{C6DFEF00-36A0-44C0-8A96-268F7DE1E43E}" type="presParOf" srcId="{D9DB30F0-4A34-4FF9-8E2F-E0DF05E3EA1E}" destId="{F527C14A-4023-49E8-8925-8557D1412D06}" srcOrd="0" destOrd="0" presId="urn:microsoft.com/office/officeart/2018/5/layout/IconCircleLabelList"/>
    <dgm:cxn modelId="{7BCC7D4F-94A3-44D8-932D-ED067F194F1B}" type="presParOf" srcId="{D9DB30F0-4A34-4FF9-8E2F-E0DF05E3EA1E}" destId="{43E1B36A-A257-442C-807D-D0A2E8F9A06E}" srcOrd="1" destOrd="0" presId="urn:microsoft.com/office/officeart/2018/5/layout/IconCircleLabelList"/>
    <dgm:cxn modelId="{A9CE4A02-B33B-4EB8-9E1B-8559240558B8}" type="presParOf" srcId="{D9DB30F0-4A34-4FF9-8E2F-E0DF05E3EA1E}" destId="{425FFFBA-710E-42D6-83ED-31149917E3E1}" srcOrd="2" destOrd="0" presId="urn:microsoft.com/office/officeart/2018/5/layout/IconCircleLabelList"/>
    <dgm:cxn modelId="{166DE90A-D628-471D-8BF6-764BE79BA265}" type="presParOf" srcId="{D9DB30F0-4A34-4FF9-8E2F-E0DF05E3EA1E}" destId="{9917045C-7CAF-48D8-8588-077ECA259D37}" srcOrd="3" destOrd="0" presId="urn:microsoft.com/office/officeart/2018/5/layout/IconCircleLabelList"/>
    <dgm:cxn modelId="{CAE81F15-7038-4C34-9F8B-1D9707A2F9A3}" type="presParOf" srcId="{9097F006-DDEC-4638-BB3C-0C0F6BAEE925}" destId="{ADB13CC7-5E29-4FD1-9AF1-864C0DA0ADC3}" srcOrd="3" destOrd="0" presId="urn:microsoft.com/office/officeart/2018/5/layout/IconCircleLabelList"/>
    <dgm:cxn modelId="{820390A9-D5DB-49C4-8FA1-A93A1D1572E7}" type="presParOf" srcId="{9097F006-DDEC-4638-BB3C-0C0F6BAEE925}" destId="{EFEDFE81-1341-4350-9413-DE1CEC424A1C}" srcOrd="4" destOrd="0" presId="urn:microsoft.com/office/officeart/2018/5/layout/IconCircleLabelList"/>
    <dgm:cxn modelId="{7EE12C58-16C3-4CE5-B98A-42CBB049C82A}" type="presParOf" srcId="{EFEDFE81-1341-4350-9413-DE1CEC424A1C}" destId="{0D86F3B6-CAB3-4872-B26C-A1434BD2CB77}" srcOrd="0" destOrd="0" presId="urn:microsoft.com/office/officeart/2018/5/layout/IconCircleLabelList"/>
    <dgm:cxn modelId="{3F881A7E-6B75-4E2D-9C21-A9AE82EF5DB8}" type="presParOf" srcId="{EFEDFE81-1341-4350-9413-DE1CEC424A1C}" destId="{A64172D9-CBC2-4963-BF75-28B37BCC840F}" srcOrd="1" destOrd="0" presId="urn:microsoft.com/office/officeart/2018/5/layout/IconCircleLabelList"/>
    <dgm:cxn modelId="{3BA19EA7-345A-4880-9FBF-98F0084483AF}" type="presParOf" srcId="{EFEDFE81-1341-4350-9413-DE1CEC424A1C}" destId="{8F652EF4-798A-4177-B4B9-AAA78185501F}" srcOrd="2" destOrd="0" presId="urn:microsoft.com/office/officeart/2018/5/layout/IconCircleLabelList"/>
    <dgm:cxn modelId="{795047DE-7918-4997-8318-CAC8743D50DC}" type="presParOf" srcId="{EFEDFE81-1341-4350-9413-DE1CEC424A1C}" destId="{664A9430-7D5A-42F0-85EA-4EE04AACF03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57E300-5EB6-4449-A7FD-67E786F450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B29D075-A80E-41A9-801B-7CFA28CC64E5}">
      <dgm:prSet/>
      <dgm:spPr/>
      <dgm:t>
        <a:bodyPr/>
        <a:lstStyle/>
        <a:p>
          <a:r>
            <a:rPr lang="en-US"/>
            <a:t>Funktionierender Steuerrechner mit korrekten Berechnungen</a:t>
          </a:r>
        </a:p>
      </dgm:t>
    </dgm:pt>
    <dgm:pt modelId="{D24F0BD2-F5F8-4BBB-810F-AA89AD88E43C}" type="parTrans" cxnId="{9F5237FB-4665-45C9-BB1D-4A3E740C4A5A}">
      <dgm:prSet/>
      <dgm:spPr/>
      <dgm:t>
        <a:bodyPr/>
        <a:lstStyle/>
        <a:p>
          <a:endParaRPr lang="en-US"/>
        </a:p>
      </dgm:t>
    </dgm:pt>
    <dgm:pt modelId="{55E81740-7B34-42FB-AFF3-E8009BC830CE}" type="sibTrans" cxnId="{9F5237FB-4665-45C9-BB1D-4A3E740C4A5A}">
      <dgm:prSet/>
      <dgm:spPr/>
      <dgm:t>
        <a:bodyPr/>
        <a:lstStyle/>
        <a:p>
          <a:endParaRPr lang="en-US"/>
        </a:p>
      </dgm:t>
    </dgm:pt>
    <dgm:pt modelId="{0289E128-B428-4AAE-AC11-07AA95CC9605}">
      <dgm:prSet/>
      <dgm:spPr/>
      <dgm:t>
        <a:bodyPr/>
        <a:lstStyle/>
        <a:p>
          <a:r>
            <a:rPr lang="en-US"/>
            <a:t>Saubere und übersichtliche Benutzeroberfläche</a:t>
          </a:r>
        </a:p>
      </dgm:t>
    </dgm:pt>
    <dgm:pt modelId="{58416F9A-B0CF-4287-A431-3FEF06DE4794}" type="parTrans" cxnId="{3CF8C9FA-8D15-47B1-8AE5-772612926C9B}">
      <dgm:prSet/>
      <dgm:spPr/>
      <dgm:t>
        <a:bodyPr/>
        <a:lstStyle/>
        <a:p>
          <a:endParaRPr lang="en-US"/>
        </a:p>
      </dgm:t>
    </dgm:pt>
    <dgm:pt modelId="{45C8A500-3C3B-46E8-A20B-A657E02753E9}" type="sibTrans" cxnId="{3CF8C9FA-8D15-47B1-8AE5-772612926C9B}">
      <dgm:prSet/>
      <dgm:spPr/>
      <dgm:t>
        <a:bodyPr/>
        <a:lstStyle/>
        <a:p>
          <a:endParaRPr lang="en-US"/>
        </a:p>
      </dgm:t>
    </dgm:pt>
    <dgm:pt modelId="{7FDDC7E5-7F2E-4E86-B1D2-D42BC3B7A8E0}">
      <dgm:prSet/>
      <dgm:spPr/>
      <dgm:t>
        <a:bodyPr/>
        <a:lstStyle/>
        <a:p>
          <a:r>
            <a:rPr lang="en-US"/>
            <a:t>Teamarbeit effizient koordiniert</a:t>
          </a:r>
        </a:p>
      </dgm:t>
    </dgm:pt>
    <dgm:pt modelId="{507389B2-9039-43A1-BD74-1153FEB285D6}" type="parTrans" cxnId="{709A9A98-DA17-4DC7-A7F1-68E2A2EA6B69}">
      <dgm:prSet/>
      <dgm:spPr/>
      <dgm:t>
        <a:bodyPr/>
        <a:lstStyle/>
        <a:p>
          <a:endParaRPr lang="en-US"/>
        </a:p>
      </dgm:t>
    </dgm:pt>
    <dgm:pt modelId="{E9FE4379-6948-4EF8-923A-F5247D0CA8F5}" type="sibTrans" cxnId="{709A9A98-DA17-4DC7-A7F1-68E2A2EA6B69}">
      <dgm:prSet/>
      <dgm:spPr/>
      <dgm:t>
        <a:bodyPr/>
        <a:lstStyle/>
        <a:p>
          <a:endParaRPr lang="en-US"/>
        </a:p>
      </dgm:t>
    </dgm:pt>
    <dgm:pt modelId="{61EEF14B-47F6-4C3F-AEA5-D642B52FD81D}" type="pres">
      <dgm:prSet presAssocID="{3957E300-5EB6-4449-A7FD-67E786F4508F}" presName="root" presStyleCnt="0">
        <dgm:presLayoutVars>
          <dgm:dir/>
          <dgm:resizeHandles val="exact"/>
        </dgm:presLayoutVars>
      </dgm:prSet>
      <dgm:spPr/>
    </dgm:pt>
    <dgm:pt modelId="{8DA3E22A-262A-4874-949A-027727ACB9C3}" type="pres">
      <dgm:prSet presAssocID="{0B29D075-A80E-41A9-801B-7CFA28CC64E5}" presName="compNode" presStyleCnt="0"/>
      <dgm:spPr/>
    </dgm:pt>
    <dgm:pt modelId="{514EA194-CC49-4E85-90A1-81957519E758}" type="pres">
      <dgm:prSet presAssocID="{0B29D075-A80E-41A9-801B-7CFA28CC64E5}" presName="bgRect" presStyleLbl="bgShp" presStyleIdx="0" presStyleCnt="3"/>
      <dgm:spPr/>
    </dgm:pt>
    <dgm:pt modelId="{CDB46C5C-C7D1-407A-8EB6-99FB7270D193}" type="pres">
      <dgm:prSet presAssocID="{0B29D075-A80E-41A9-801B-7CFA28CC64E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E346A238-81DB-43E2-B727-77E70FB83AD8}" type="pres">
      <dgm:prSet presAssocID="{0B29D075-A80E-41A9-801B-7CFA28CC64E5}" presName="spaceRect" presStyleCnt="0"/>
      <dgm:spPr/>
    </dgm:pt>
    <dgm:pt modelId="{3C6007FC-8A30-4ACE-9576-7BA4BE17D536}" type="pres">
      <dgm:prSet presAssocID="{0B29D075-A80E-41A9-801B-7CFA28CC64E5}" presName="parTx" presStyleLbl="revTx" presStyleIdx="0" presStyleCnt="3">
        <dgm:presLayoutVars>
          <dgm:chMax val="0"/>
          <dgm:chPref val="0"/>
        </dgm:presLayoutVars>
      </dgm:prSet>
      <dgm:spPr/>
    </dgm:pt>
    <dgm:pt modelId="{2B36A069-FEC0-422F-94CD-26044CD9753C}" type="pres">
      <dgm:prSet presAssocID="{55E81740-7B34-42FB-AFF3-E8009BC830CE}" presName="sibTrans" presStyleCnt="0"/>
      <dgm:spPr/>
    </dgm:pt>
    <dgm:pt modelId="{D00CDE91-7F0F-41C7-A285-46611387062E}" type="pres">
      <dgm:prSet presAssocID="{0289E128-B428-4AAE-AC11-07AA95CC9605}" presName="compNode" presStyleCnt="0"/>
      <dgm:spPr/>
    </dgm:pt>
    <dgm:pt modelId="{B0FE1508-DA8B-493B-ABA9-91FD06482CAF}" type="pres">
      <dgm:prSet presAssocID="{0289E128-B428-4AAE-AC11-07AA95CC9605}" presName="bgRect" presStyleLbl="bgShp" presStyleIdx="1" presStyleCnt="3"/>
      <dgm:spPr/>
    </dgm:pt>
    <dgm:pt modelId="{F4DD55C5-8BE2-475D-8BF5-E12C8E32F1DB}" type="pres">
      <dgm:prSet presAssocID="{0289E128-B428-4AAE-AC11-07AA95CC960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8E5A7271-B8F9-4C62-8275-2F66DBBF9839}" type="pres">
      <dgm:prSet presAssocID="{0289E128-B428-4AAE-AC11-07AA95CC9605}" presName="spaceRect" presStyleCnt="0"/>
      <dgm:spPr/>
    </dgm:pt>
    <dgm:pt modelId="{820ADF27-DCC8-4F88-AB63-B13552B7B175}" type="pres">
      <dgm:prSet presAssocID="{0289E128-B428-4AAE-AC11-07AA95CC9605}" presName="parTx" presStyleLbl="revTx" presStyleIdx="1" presStyleCnt="3">
        <dgm:presLayoutVars>
          <dgm:chMax val="0"/>
          <dgm:chPref val="0"/>
        </dgm:presLayoutVars>
      </dgm:prSet>
      <dgm:spPr/>
    </dgm:pt>
    <dgm:pt modelId="{5D750F14-4D3C-4D55-996D-75DA3A21CC54}" type="pres">
      <dgm:prSet presAssocID="{45C8A500-3C3B-46E8-A20B-A657E02753E9}" presName="sibTrans" presStyleCnt="0"/>
      <dgm:spPr/>
    </dgm:pt>
    <dgm:pt modelId="{6127AC47-B3C5-4075-8F62-4E2974632C43}" type="pres">
      <dgm:prSet presAssocID="{7FDDC7E5-7F2E-4E86-B1D2-D42BC3B7A8E0}" presName="compNode" presStyleCnt="0"/>
      <dgm:spPr/>
    </dgm:pt>
    <dgm:pt modelId="{EC5502F5-5144-4C67-91A1-1DB5D8FF404E}" type="pres">
      <dgm:prSet presAssocID="{7FDDC7E5-7F2E-4E86-B1D2-D42BC3B7A8E0}" presName="bgRect" presStyleLbl="bgShp" presStyleIdx="2" presStyleCnt="3"/>
      <dgm:spPr/>
    </dgm:pt>
    <dgm:pt modelId="{C728A6EC-C955-4EEF-B4DF-B567E2D820E8}" type="pres">
      <dgm:prSet presAssocID="{7FDDC7E5-7F2E-4E86-B1D2-D42BC3B7A8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A74E019-021E-4F7A-A240-F53B3625F44A}" type="pres">
      <dgm:prSet presAssocID="{7FDDC7E5-7F2E-4E86-B1D2-D42BC3B7A8E0}" presName="spaceRect" presStyleCnt="0"/>
      <dgm:spPr/>
    </dgm:pt>
    <dgm:pt modelId="{6DDE2B83-25C2-4DDB-93A2-F1C5F71AE9AA}" type="pres">
      <dgm:prSet presAssocID="{7FDDC7E5-7F2E-4E86-B1D2-D42BC3B7A8E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C6D2B0F-A989-409C-8F8F-5F99256DD2FA}" type="presOf" srcId="{0B29D075-A80E-41A9-801B-7CFA28CC64E5}" destId="{3C6007FC-8A30-4ACE-9576-7BA4BE17D536}" srcOrd="0" destOrd="0" presId="urn:microsoft.com/office/officeart/2018/2/layout/IconVerticalSolidList"/>
    <dgm:cxn modelId="{75ABA93F-84E2-4C0B-9E24-C2F10FC8979E}" type="presOf" srcId="{0289E128-B428-4AAE-AC11-07AA95CC9605}" destId="{820ADF27-DCC8-4F88-AB63-B13552B7B175}" srcOrd="0" destOrd="0" presId="urn:microsoft.com/office/officeart/2018/2/layout/IconVerticalSolidList"/>
    <dgm:cxn modelId="{711AAD86-FF51-42ED-B574-0BC6B26B9648}" type="presOf" srcId="{7FDDC7E5-7F2E-4E86-B1D2-D42BC3B7A8E0}" destId="{6DDE2B83-25C2-4DDB-93A2-F1C5F71AE9AA}" srcOrd="0" destOrd="0" presId="urn:microsoft.com/office/officeart/2018/2/layout/IconVerticalSolidList"/>
    <dgm:cxn modelId="{709A9A98-DA17-4DC7-A7F1-68E2A2EA6B69}" srcId="{3957E300-5EB6-4449-A7FD-67E786F4508F}" destId="{7FDDC7E5-7F2E-4E86-B1D2-D42BC3B7A8E0}" srcOrd="2" destOrd="0" parTransId="{507389B2-9039-43A1-BD74-1153FEB285D6}" sibTransId="{E9FE4379-6948-4EF8-923A-F5247D0CA8F5}"/>
    <dgm:cxn modelId="{58EB6DC7-F31F-46B0-B3EF-D4D7E95F732E}" type="presOf" srcId="{3957E300-5EB6-4449-A7FD-67E786F4508F}" destId="{61EEF14B-47F6-4C3F-AEA5-D642B52FD81D}" srcOrd="0" destOrd="0" presId="urn:microsoft.com/office/officeart/2018/2/layout/IconVerticalSolidList"/>
    <dgm:cxn modelId="{3CF8C9FA-8D15-47B1-8AE5-772612926C9B}" srcId="{3957E300-5EB6-4449-A7FD-67E786F4508F}" destId="{0289E128-B428-4AAE-AC11-07AA95CC9605}" srcOrd="1" destOrd="0" parTransId="{58416F9A-B0CF-4287-A431-3FEF06DE4794}" sibTransId="{45C8A500-3C3B-46E8-A20B-A657E02753E9}"/>
    <dgm:cxn modelId="{9F5237FB-4665-45C9-BB1D-4A3E740C4A5A}" srcId="{3957E300-5EB6-4449-A7FD-67E786F4508F}" destId="{0B29D075-A80E-41A9-801B-7CFA28CC64E5}" srcOrd="0" destOrd="0" parTransId="{D24F0BD2-F5F8-4BBB-810F-AA89AD88E43C}" sibTransId="{55E81740-7B34-42FB-AFF3-E8009BC830CE}"/>
    <dgm:cxn modelId="{965BA5EF-7BB7-4A56-9958-3A4A1E1FC4F7}" type="presParOf" srcId="{61EEF14B-47F6-4C3F-AEA5-D642B52FD81D}" destId="{8DA3E22A-262A-4874-949A-027727ACB9C3}" srcOrd="0" destOrd="0" presId="urn:microsoft.com/office/officeart/2018/2/layout/IconVerticalSolidList"/>
    <dgm:cxn modelId="{A2EE8343-B733-4393-918E-CC8C29AF9C20}" type="presParOf" srcId="{8DA3E22A-262A-4874-949A-027727ACB9C3}" destId="{514EA194-CC49-4E85-90A1-81957519E758}" srcOrd="0" destOrd="0" presId="urn:microsoft.com/office/officeart/2018/2/layout/IconVerticalSolidList"/>
    <dgm:cxn modelId="{DC29B340-A1B2-4C20-9FE8-8F8383E266B6}" type="presParOf" srcId="{8DA3E22A-262A-4874-949A-027727ACB9C3}" destId="{CDB46C5C-C7D1-407A-8EB6-99FB7270D193}" srcOrd="1" destOrd="0" presId="urn:microsoft.com/office/officeart/2018/2/layout/IconVerticalSolidList"/>
    <dgm:cxn modelId="{EBCD1DA7-FD77-49C5-8A0E-593589F440AE}" type="presParOf" srcId="{8DA3E22A-262A-4874-949A-027727ACB9C3}" destId="{E346A238-81DB-43E2-B727-77E70FB83AD8}" srcOrd="2" destOrd="0" presId="urn:microsoft.com/office/officeart/2018/2/layout/IconVerticalSolidList"/>
    <dgm:cxn modelId="{1CD7D12E-3B3A-435B-B71B-08859623A9C8}" type="presParOf" srcId="{8DA3E22A-262A-4874-949A-027727ACB9C3}" destId="{3C6007FC-8A30-4ACE-9576-7BA4BE17D536}" srcOrd="3" destOrd="0" presId="urn:microsoft.com/office/officeart/2018/2/layout/IconVerticalSolidList"/>
    <dgm:cxn modelId="{BEEB2D65-0A86-4CAE-8876-B49000156B4C}" type="presParOf" srcId="{61EEF14B-47F6-4C3F-AEA5-D642B52FD81D}" destId="{2B36A069-FEC0-422F-94CD-26044CD9753C}" srcOrd="1" destOrd="0" presId="urn:microsoft.com/office/officeart/2018/2/layout/IconVerticalSolidList"/>
    <dgm:cxn modelId="{172150CF-2F99-48E0-AE3F-CB9C0160E995}" type="presParOf" srcId="{61EEF14B-47F6-4C3F-AEA5-D642B52FD81D}" destId="{D00CDE91-7F0F-41C7-A285-46611387062E}" srcOrd="2" destOrd="0" presId="urn:microsoft.com/office/officeart/2018/2/layout/IconVerticalSolidList"/>
    <dgm:cxn modelId="{7E1029B9-3C81-4AF4-A285-CEBDB5F25089}" type="presParOf" srcId="{D00CDE91-7F0F-41C7-A285-46611387062E}" destId="{B0FE1508-DA8B-493B-ABA9-91FD06482CAF}" srcOrd="0" destOrd="0" presId="urn:microsoft.com/office/officeart/2018/2/layout/IconVerticalSolidList"/>
    <dgm:cxn modelId="{90775753-305B-42A2-AB80-96BC3AD73CE9}" type="presParOf" srcId="{D00CDE91-7F0F-41C7-A285-46611387062E}" destId="{F4DD55C5-8BE2-475D-8BF5-E12C8E32F1DB}" srcOrd="1" destOrd="0" presId="urn:microsoft.com/office/officeart/2018/2/layout/IconVerticalSolidList"/>
    <dgm:cxn modelId="{1A80017F-AE6F-4445-AF65-5F026D68CC68}" type="presParOf" srcId="{D00CDE91-7F0F-41C7-A285-46611387062E}" destId="{8E5A7271-B8F9-4C62-8275-2F66DBBF9839}" srcOrd="2" destOrd="0" presId="urn:microsoft.com/office/officeart/2018/2/layout/IconVerticalSolidList"/>
    <dgm:cxn modelId="{958B9688-7067-4438-8A91-FF97013859AD}" type="presParOf" srcId="{D00CDE91-7F0F-41C7-A285-46611387062E}" destId="{820ADF27-DCC8-4F88-AB63-B13552B7B175}" srcOrd="3" destOrd="0" presId="urn:microsoft.com/office/officeart/2018/2/layout/IconVerticalSolidList"/>
    <dgm:cxn modelId="{D17186F1-E05A-4E89-8E67-2D876F0074C8}" type="presParOf" srcId="{61EEF14B-47F6-4C3F-AEA5-D642B52FD81D}" destId="{5D750F14-4D3C-4D55-996D-75DA3A21CC54}" srcOrd="3" destOrd="0" presId="urn:microsoft.com/office/officeart/2018/2/layout/IconVerticalSolidList"/>
    <dgm:cxn modelId="{552FF268-56D1-4A69-9CBB-6DCAB89AF0F2}" type="presParOf" srcId="{61EEF14B-47F6-4C3F-AEA5-D642B52FD81D}" destId="{6127AC47-B3C5-4075-8F62-4E2974632C43}" srcOrd="4" destOrd="0" presId="urn:microsoft.com/office/officeart/2018/2/layout/IconVerticalSolidList"/>
    <dgm:cxn modelId="{0442B976-ED1A-433A-9769-A24ECB472DAA}" type="presParOf" srcId="{6127AC47-B3C5-4075-8F62-4E2974632C43}" destId="{EC5502F5-5144-4C67-91A1-1DB5D8FF404E}" srcOrd="0" destOrd="0" presId="urn:microsoft.com/office/officeart/2018/2/layout/IconVerticalSolidList"/>
    <dgm:cxn modelId="{7A4A64A0-096E-4A6E-BCD0-43150B7A95F0}" type="presParOf" srcId="{6127AC47-B3C5-4075-8F62-4E2974632C43}" destId="{C728A6EC-C955-4EEF-B4DF-B567E2D820E8}" srcOrd="1" destOrd="0" presId="urn:microsoft.com/office/officeart/2018/2/layout/IconVerticalSolidList"/>
    <dgm:cxn modelId="{FD8F354C-2574-4CA0-A855-96FF9C7EC25E}" type="presParOf" srcId="{6127AC47-B3C5-4075-8F62-4E2974632C43}" destId="{AA74E019-021E-4F7A-A240-F53B3625F44A}" srcOrd="2" destOrd="0" presId="urn:microsoft.com/office/officeart/2018/2/layout/IconVerticalSolidList"/>
    <dgm:cxn modelId="{AF6424D1-A590-4A82-B918-559A86FA8F1F}" type="presParOf" srcId="{6127AC47-B3C5-4075-8F62-4E2974632C43}" destId="{6DDE2B83-25C2-4DDB-93A2-F1C5F71AE9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F964593-D2BF-4E4B-9721-42505961EC5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CC4717B-9631-4417-B1E7-46B080D12C38}">
      <dgm:prSet/>
      <dgm:spPr/>
      <dgm:t>
        <a:bodyPr/>
        <a:lstStyle/>
        <a:p>
          <a:pPr rtl="0"/>
          <a:r>
            <a:rPr lang="en-US" dirty="0"/>
            <a:t>Komplexe Steuerformeln </a:t>
          </a:r>
          <a:br>
            <a:rPr lang="en-US" dirty="0">
              <a:latin typeface="Bierstadt"/>
            </a:rPr>
          </a:br>
          <a:r>
            <a:rPr lang="en-US" dirty="0"/>
            <a:t>korrekt umsetzen</a:t>
          </a:r>
        </a:p>
      </dgm:t>
    </dgm:pt>
    <dgm:pt modelId="{5056D3A8-A273-408E-A8A6-54A6BEB046DB}" type="parTrans" cxnId="{AF3C3239-BD5F-4638-B416-ADC3C55FB1E4}">
      <dgm:prSet/>
      <dgm:spPr/>
      <dgm:t>
        <a:bodyPr/>
        <a:lstStyle/>
        <a:p>
          <a:endParaRPr lang="en-US"/>
        </a:p>
      </dgm:t>
    </dgm:pt>
    <dgm:pt modelId="{FB4F17C6-0D02-4BED-B0F7-707D8A1ECD45}" type="sibTrans" cxnId="{AF3C3239-BD5F-4638-B416-ADC3C55FB1E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1BB04E1-4A39-458C-AB66-7F417A7B23DB}">
      <dgm:prSet/>
      <dgm:spPr/>
      <dgm:t>
        <a:bodyPr/>
        <a:lstStyle/>
        <a:p>
          <a:pPr rtl="0"/>
          <a:r>
            <a:rPr lang="en-US" dirty="0"/>
            <a:t>Unterschiedliche </a:t>
          </a:r>
          <a:br>
            <a:rPr lang="en-US" dirty="0">
              <a:latin typeface="Bierstadt"/>
            </a:rPr>
          </a:br>
          <a:r>
            <a:rPr lang="en-US" dirty="0"/>
            <a:t>Vorstellungen </a:t>
          </a:r>
        </a:p>
      </dgm:t>
    </dgm:pt>
    <dgm:pt modelId="{0F6F0BCE-3B04-4637-B7F5-17C623DC4809}" type="parTrans" cxnId="{172BCEDD-32B9-4A40-8DBB-BEC2072E8E1F}">
      <dgm:prSet/>
      <dgm:spPr/>
      <dgm:t>
        <a:bodyPr/>
        <a:lstStyle/>
        <a:p>
          <a:endParaRPr lang="en-US"/>
        </a:p>
      </dgm:t>
    </dgm:pt>
    <dgm:pt modelId="{1CE4537C-CAF8-4C9F-BFB1-C1782E9CEF5D}" type="sibTrans" cxnId="{172BCEDD-32B9-4A40-8DBB-BEC2072E8E1F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6CA414C-E246-47AA-91B0-E48A1CCC237F}">
      <dgm:prSet/>
      <dgm:spPr/>
      <dgm:t>
        <a:bodyPr/>
        <a:lstStyle/>
        <a:p>
          <a:pPr rtl="0"/>
          <a:r>
            <a:rPr lang="en-US" dirty="0"/>
            <a:t>Fehler bei Eingaben </a:t>
          </a:r>
          <a:br>
            <a:rPr lang="en-US" dirty="0">
              <a:latin typeface="Bierstadt"/>
            </a:rPr>
          </a:br>
          <a:r>
            <a:rPr lang="en-US" dirty="0"/>
            <a:t>mussten mehrfach geprüft werden</a:t>
          </a:r>
        </a:p>
      </dgm:t>
    </dgm:pt>
    <dgm:pt modelId="{EE934AC2-C3CD-4FD9-9F28-ED4E78F74F4C}" type="parTrans" cxnId="{B1CE20EC-3F8C-4F8B-B9E3-45D6F3855F81}">
      <dgm:prSet/>
      <dgm:spPr/>
      <dgm:t>
        <a:bodyPr/>
        <a:lstStyle/>
        <a:p>
          <a:endParaRPr lang="en-US"/>
        </a:p>
      </dgm:t>
    </dgm:pt>
    <dgm:pt modelId="{E6E23FF7-F73E-47F8-82B8-E64251840341}" type="sibTrans" cxnId="{B1CE20EC-3F8C-4F8B-B9E3-45D6F3855F8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18953B5F-54F1-41C1-90AE-F7E5BE504B11}" type="pres">
      <dgm:prSet presAssocID="{CF964593-D2BF-4E4B-9721-42505961EC5D}" presName="Name0" presStyleCnt="0">
        <dgm:presLayoutVars>
          <dgm:animLvl val="lvl"/>
          <dgm:resizeHandles val="exact"/>
        </dgm:presLayoutVars>
      </dgm:prSet>
      <dgm:spPr/>
    </dgm:pt>
    <dgm:pt modelId="{DD2C347C-5DC8-42F7-825F-D3310C7C1A38}" type="pres">
      <dgm:prSet presAssocID="{1CC4717B-9631-4417-B1E7-46B080D12C38}" presName="compositeNode" presStyleCnt="0">
        <dgm:presLayoutVars>
          <dgm:bulletEnabled val="1"/>
        </dgm:presLayoutVars>
      </dgm:prSet>
      <dgm:spPr/>
    </dgm:pt>
    <dgm:pt modelId="{26CAF025-55B0-46DC-BEC7-DEC2D579B607}" type="pres">
      <dgm:prSet presAssocID="{1CC4717B-9631-4417-B1E7-46B080D12C38}" presName="bgRect" presStyleLbl="alignNode1" presStyleIdx="0" presStyleCnt="3"/>
      <dgm:spPr/>
    </dgm:pt>
    <dgm:pt modelId="{BCCC5D4F-D967-45E7-9475-05428C1CF988}" type="pres">
      <dgm:prSet presAssocID="{FB4F17C6-0D02-4BED-B0F7-707D8A1ECD45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497B7B-C106-4CB6-885F-ABD14631AD6C}" type="pres">
      <dgm:prSet presAssocID="{1CC4717B-9631-4417-B1E7-46B080D12C38}" presName="nodeRect" presStyleLbl="alignNode1" presStyleIdx="0" presStyleCnt="3">
        <dgm:presLayoutVars>
          <dgm:bulletEnabled val="1"/>
        </dgm:presLayoutVars>
      </dgm:prSet>
      <dgm:spPr/>
    </dgm:pt>
    <dgm:pt modelId="{7392A860-731D-453F-B52E-D661FC0EE231}" type="pres">
      <dgm:prSet presAssocID="{FB4F17C6-0D02-4BED-B0F7-707D8A1ECD45}" presName="sibTrans" presStyleCnt="0"/>
      <dgm:spPr/>
    </dgm:pt>
    <dgm:pt modelId="{15F0A81D-42CF-4A58-8646-3752E6C1FC06}" type="pres">
      <dgm:prSet presAssocID="{51BB04E1-4A39-458C-AB66-7F417A7B23DB}" presName="compositeNode" presStyleCnt="0">
        <dgm:presLayoutVars>
          <dgm:bulletEnabled val="1"/>
        </dgm:presLayoutVars>
      </dgm:prSet>
      <dgm:spPr/>
    </dgm:pt>
    <dgm:pt modelId="{677647B7-9442-47C5-86D6-55C7F47DA938}" type="pres">
      <dgm:prSet presAssocID="{51BB04E1-4A39-458C-AB66-7F417A7B23DB}" presName="bgRect" presStyleLbl="alignNode1" presStyleIdx="1" presStyleCnt="3"/>
      <dgm:spPr/>
    </dgm:pt>
    <dgm:pt modelId="{C8D1D495-A4E8-4EAF-9FED-405191A142DF}" type="pres">
      <dgm:prSet presAssocID="{1CE4537C-CAF8-4C9F-BFB1-C1782E9CEF5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EE02CC66-6898-45D5-A1D1-4A7F0F0E9423}" type="pres">
      <dgm:prSet presAssocID="{51BB04E1-4A39-458C-AB66-7F417A7B23DB}" presName="nodeRect" presStyleLbl="alignNode1" presStyleIdx="1" presStyleCnt="3">
        <dgm:presLayoutVars>
          <dgm:bulletEnabled val="1"/>
        </dgm:presLayoutVars>
      </dgm:prSet>
      <dgm:spPr/>
    </dgm:pt>
    <dgm:pt modelId="{56946422-C488-43D2-8A7D-225C2C57F892}" type="pres">
      <dgm:prSet presAssocID="{1CE4537C-CAF8-4C9F-BFB1-C1782E9CEF5D}" presName="sibTrans" presStyleCnt="0"/>
      <dgm:spPr/>
    </dgm:pt>
    <dgm:pt modelId="{866AEA24-0462-496F-8DE7-25B2D4C4681E}" type="pres">
      <dgm:prSet presAssocID="{26CA414C-E246-47AA-91B0-E48A1CCC237F}" presName="compositeNode" presStyleCnt="0">
        <dgm:presLayoutVars>
          <dgm:bulletEnabled val="1"/>
        </dgm:presLayoutVars>
      </dgm:prSet>
      <dgm:spPr/>
    </dgm:pt>
    <dgm:pt modelId="{3F8F7691-9D85-47BF-A6DD-0E0FB679C297}" type="pres">
      <dgm:prSet presAssocID="{26CA414C-E246-47AA-91B0-E48A1CCC237F}" presName="bgRect" presStyleLbl="alignNode1" presStyleIdx="2" presStyleCnt="3"/>
      <dgm:spPr/>
    </dgm:pt>
    <dgm:pt modelId="{7B26E907-BFD9-461F-9C34-A8A7F4C65BDD}" type="pres">
      <dgm:prSet presAssocID="{E6E23FF7-F73E-47F8-82B8-E64251840341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AEDA6BE-8311-4B82-AA1B-60F0C93F3A31}" type="pres">
      <dgm:prSet presAssocID="{26CA414C-E246-47AA-91B0-E48A1CCC237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FF4F3F02-09BF-42EE-9A87-04C993EA0878}" type="presOf" srcId="{1CE4537C-CAF8-4C9F-BFB1-C1782E9CEF5D}" destId="{C8D1D495-A4E8-4EAF-9FED-405191A142DF}" srcOrd="0" destOrd="0" presId="urn:microsoft.com/office/officeart/2016/7/layout/LinearBlockProcessNumbered"/>
    <dgm:cxn modelId="{FC16ED10-61D0-42B2-A221-48295D5CC2C7}" type="presOf" srcId="{1CC4717B-9631-4417-B1E7-46B080D12C38}" destId="{5F497B7B-C106-4CB6-885F-ABD14631AD6C}" srcOrd="1" destOrd="0" presId="urn:microsoft.com/office/officeart/2016/7/layout/LinearBlockProcessNumbered"/>
    <dgm:cxn modelId="{A6B52629-2FCB-463C-AD73-3A8B97C36BF9}" type="presOf" srcId="{E6E23FF7-F73E-47F8-82B8-E64251840341}" destId="{7B26E907-BFD9-461F-9C34-A8A7F4C65BDD}" srcOrd="0" destOrd="0" presId="urn:microsoft.com/office/officeart/2016/7/layout/LinearBlockProcessNumbered"/>
    <dgm:cxn modelId="{AF3C3239-BD5F-4638-B416-ADC3C55FB1E4}" srcId="{CF964593-D2BF-4E4B-9721-42505961EC5D}" destId="{1CC4717B-9631-4417-B1E7-46B080D12C38}" srcOrd="0" destOrd="0" parTransId="{5056D3A8-A273-408E-A8A6-54A6BEB046DB}" sibTransId="{FB4F17C6-0D02-4BED-B0F7-707D8A1ECD45}"/>
    <dgm:cxn modelId="{B4A38761-1914-44A0-A9F7-EBBFE7C41638}" type="presOf" srcId="{51BB04E1-4A39-458C-AB66-7F417A7B23DB}" destId="{EE02CC66-6898-45D5-A1D1-4A7F0F0E9423}" srcOrd="1" destOrd="0" presId="urn:microsoft.com/office/officeart/2016/7/layout/LinearBlockProcessNumbered"/>
    <dgm:cxn modelId="{DFC51C65-B92A-4AB7-9E97-E7299999525A}" type="presOf" srcId="{FB4F17C6-0D02-4BED-B0F7-707D8A1ECD45}" destId="{BCCC5D4F-D967-45E7-9475-05428C1CF988}" srcOrd="0" destOrd="0" presId="urn:microsoft.com/office/officeart/2016/7/layout/LinearBlockProcessNumbered"/>
    <dgm:cxn modelId="{47838D50-AC47-446D-9444-0D393344DA0B}" type="presOf" srcId="{CF964593-D2BF-4E4B-9721-42505961EC5D}" destId="{18953B5F-54F1-41C1-90AE-F7E5BE504B11}" srcOrd="0" destOrd="0" presId="urn:microsoft.com/office/officeart/2016/7/layout/LinearBlockProcessNumbered"/>
    <dgm:cxn modelId="{78557A90-217A-4511-9E9C-6215739F96CF}" type="presOf" srcId="{51BB04E1-4A39-458C-AB66-7F417A7B23DB}" destId="{677647B7-9442-47C5-86D6-55C7F47DA938}" srcOrd="0" destOrd="0" presId="urn:microsoft.com/office/officeart/2016/7/layout/LinearBlockProcessNumbered"/>
    <dgm:cxn modelId="{13BAE79B-3693-49A4-BC3D-0999E3DE95BD}" type="presOf" srcId="{26CA414C-E246-47AA-91B0-E48A1CCC237F}" destId="{6AEDA6BE-8311-4B82-AA1B-60F0C93F3A31}" srcOrd="1" destOrd="0" presId="urn:microsoft.com/office/officeart/2016/7/layout/LinearBlockProcessNumbered"/>
    <dgm:cxn modelId="{1B278AC3-7196-46C4-9AD4-AC2CC3D6A0E1}" type="presOf" srcId="{26CA414C-E246-47AA-91B0-E48A1CCC237F}" destId="{3F8F7691-9D85-47BF-A6DD-0E0FB679C297}" srcOrd="0" destOrd="0" presId="urn:microsoft.com/office/officeart/2016/7/layout/LinearBlockProcessNumbered"/>
    <dgm:cxn modelId="{CBFDD1CC-C7CC-4C5D-874B-4FD771F6B71E}" type="presOf" srcId="{1CC4717B-9631-4417-B1E7-46B080D12C38}" destId="{26CAF025-55B0-46DC-BEC7-DEC2D579B607}" srcOrd="0" destOrd="0" presId="urn:microsoft.com/office/officeart/2016/7/layout/LinearBlockProcessNumbered"/>
    <dgm:cxn modelId="{172BCEDD-32B9-4A40-8DBB-BEC2072E8E1F}" srcId="{CF964593-D2BF-4E4B-9721-42505961EC5D}" destId="{51BB04E1-4A39-458C-AB66-7F417A7B23DB}" srcOrd="1" destOrd="0" parTransId="{0F6F0BCE-3B04-4637-B7F5-17C623DC4809}" sibTransId="{1CE4537C-CAF8-4C9F-BFB1-C1782E9CEF5D}"/>
    <dgm:cxn modelId="{B1CE20EC-3F8C-4F8B-B9E3-45D6F3855F81}" srcId="{CF964593-D2BF-4E4B-9721-42505961EC5D}" destId="{26CA414C-E246-47AA-91B0-E48A1CCC237F}" srcOrd="2" destOrd="0" parTransId="{EE934AC2-C3CD-4FD9-9F28-ED4E78F74F4C}" sibTransId="{E6E23FF7-F73E-47F8-82B8-E64251840341}"/>
    <dgm:cxn modelId="{ECF11F4D-C1F0-48FA-AA70-1600EE57A66C}" type="presParOf" srcId="{18953B5F-54F1-41C1-90AE-F7E5BE504B11}" destId="{DD2C347C-5DC8-42F7-825F-D3310C7C1A38}" srcOrd="0" destOrd="0" presId="urn:microsoft.com/office/officeart/2016/7/layout/LinearBlockProcessNumbered"/>
    <dgm:cxn modelId="{BF5756A0-721B-4B9A-AB31-7C2330ADFB49}" type="presParOf" srcId="{DD2C347C-5DC8-42F7-825F-D3310C7C1A38}" destId="{26CAF025-55B0-46DC-BEC7-DEC2D579B607}" srcOrd="0" destOrd="0" presId="urn:microsoft.com/office/officeart/2016/7/layout/LinearBlockProcessNumbered"/>
    <dgm:cxn modelId="{39853C35-208D-471A-865F-4717A38F19FE}" type="presParOf" srcId="{DD2C347C-5DC8-42F7-825F-D3310C7C1A38}" destId="{BCCC5D4F-D967-45E7-9475-05428C1CF988}" srcOrd="1" destOrd="0" presId="urn:microsoft.com/office/officeart/2016/7/layout/LinearBlockProcessNumbered"/>
    <dgm:cxn modelId="{D295D89C-F3E8-4D15-9CA5-08D62FB7037B}" type="presParOf" srcId="{DD2C347C-5DC8-42F7-825F-D3310C7C1A38}" destId="{5F497B7B-C106-4CB6-885F-ABD14631AD6C}" srcOrd="2" destOrd="0" presId="urn:microsoft.com/office/officeart/2016/7/layout/LinearBlockProcessNumbered"/>
    <dgm:cxn modelId="{F581DF65-8A60-41CF-AE0C-17CC3721EF1E}" type="presParOf" srcId="{18953B5F-54F1-41C1-90AE-F7E5BE504B11}" destId="{7392A860-731D-453F-B52E-D661FC0EE231}" srcOrd="1" destOrd="0" presId="urn:microsoft.com/office/officeart/2016/7/layout/LinearBlockProcessNumbered"/>
    <dgm:cxn modelId="{05F79158-88FE-4970-9A0E-1778C93EEE34}" type="presParOf" srcId="{18953B5F-54F1-41C1-90AE-F7E5BE504B11}" destId="{15F0A81D-42CF-4A58-8646-3752E6C1FC06}" srcOrd="2" destOrd="0" presId="urn:microsoft.com/office/officeart/2016/7/layout/LinearBlockProcessNumbered"/>
    <dgm:cxn modelId="{D103B861-0F31-411A-AD48-FA9159F2F5AB}" type="presParOf" srcId="{15F0A81D-42CF-4A58-8646-3752E6C1FC06}" destId="{677647B7-9442-47C5-86D6-55C7F47DA938}" srcOrd="0" destOrd="0" presId="urn:microsoft.com/office/officeart/2016/7/layout/LinearBlockProcessNumbered"/>
    <dgm:cxn modelId="{FE4A66C8-1CA6-467A-919A-A9F432B393C8}" type="presParOf" srcId="{15F0A81D-42CF-4A58-8646-3752E6C1FC06}" destId="{C8D1D495-A4E8-4EAF-9FED-405191A142DF}" srcOrd="1" destOrd="0" presId="urn:microsoft.com/office/officeart/2016/7/layout/LinearBlockProcessNumbered"/>
    <dgm:cxn modelId="{002B4B77-EA46-4976-BFE1-EF48B0393022}" type="presParOf" srcId="{15F0A81D-42CF-4A58-8646-3752E6C1FC06}" destId="{EE02CC66-6898-45D5-A1D1-4A7F0F0E9423}" srcOrd="2" destOrd="0" presId="urn:microsoft.com/office/officeart/2016/7/layout/LinearBlockProcessNumbered"/>
    <dgm:cxn modelId="{BCE27BCA-B702-4F81-BB38-6D89DE18E1B7}" type="presParOf" srcId="{18953B5F-54F1-41C1-90AE-F7E5BE504B11}" destId="{56946422-C488-43D2-8A7D-225C2C57F892}" srcOrd="3" destOrd="0" presId="urn:microsoft.com/office/officeart/2016/7/layout/LinearBlockProcessNumbered"/>
    <dgm:cxn modelId="{8DCAA64D-80A2-402D-9F6A-3586224CBBDB}" type="presParOf" srcId="{18953B5F-54F1-41C1-90AE-F7E5BE504B11}" destId="{866AEA24-0462-496F-8DE7-25B2D4C4681E}" srcOrd="4" destOrd="0" presId="urn:microsoft.com/office/officeart/2016/7/layout/LinearBlockProcessNumbered"/>
    <dgm:cxn modelId="{DB2A69A4-AA8C-42C2-8F17-B9B0663C6301}" type="presParOf" srcId="{866AEA24-0462-496F-8DE7-25B2D4C4681E}" destId="{3F8F7691-9D85-47BF-A6DD-0E0FB679C297}" srcOrd="0" destOrd="0" presId="urn:microsoft.com/office/officeart/2016/7/layout/LinearBlockProcessNumbered"/>
    <dgm:cxn modelId="{0CAC7459-A5C6-4520-910E-AD7645414F78}" type="presParOf" srcId="{866AEA24-0462-496F-8DE7-25B2D4C4681E}" destId="{7B26E907-BFD9-461F-9C34-A8A7F4C65BDD}" srcOrd="1" destOrd="0" presId="urn:microsoft.com/office/officeart/2016/7/layout/LinearBlockProcessNumbered"/>
    <dgm:cxn modelId="{E5131C76-2F8C-4FAE-8618-055063D41727}" type="presParOf" srcId="{866AEA24-0462-496F-8DE7-25B2D4C4681E}" destId="{6AEDA6BE-8311-4B82-AA1B-60F0C93F3A3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5A51D-9D67-4950-BC52-1C307957B384}">
      <dsp:nvSpPr>
        <dsp:cNvPr id="0" name=""/>
        <dsp:cNvSpPr/>
      </dsp:nvSpPr>
      <dsp:spPr>
        <a:xfrm>
          <a:off x="3268" y="1019412"/>
          <a:ext cx="2333807" cy="14819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43CC8-C9AB-4A5B-A732-CEFD7BAB586A}">
      <dsp:nvSpPr>
        <dsp:cNvPr id="0" name=""/>
        <dsp:cNvSpPr/>
      </dsp:nvSpPr>
      <dsp:spPr>
        <a:xfrm>
          <a:off x="262580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 err="1">
              <a:ea typeface="+mn-ea"/>
              <a:cs typeface="+mn-cs"/>
            </a:rPr>
            <a:t>Alltagsbezug</a:t>
          </a:r>
          <a:r>
            <a:rPr lang="en-US" sz="1700" b="1" kern="1200" dirty="0">
              <a:ea typeface="+mn-ea"/>
              <a:cs typeface="+mn-cs"/>
            </a:rPr>
            <a:t>:</a:t>
          </a:r>
          <a:r>
            <a:rPr lang="en-US" sz="1700" kern="1200" dirty="0">
              <a:ea typeface="+mn-ea"/>
              <a:cs typeface="+mn-cs"/>
            </a:rPr>
            <a:t> </a:t>
          </a:r>
          <a:br>
            <a:rPr lang="en-US" sz="1700" kern="1200" dirty="0">
              <a:latin typeface="Bierstadt"/>
              <a:ea typeface="+mn-ea"/>
              <a:cs typeface="+mn-cs"/>
            </a:rPr>
          </a:br>
          <a:r>
            <a:rPr lang="en-US" sz="1700" kern="1200" dirty="0" err="1">
              <a:ea typeface="+mn-ea"/>
              <a:cs typeface="+mn-cs"/>
            </a:rPr>
            <a:t>Steuern</a:t>
          </a:r>
          <a:r>
            <a:rPr lang="en-US" sz="1700" kern="1200" dirty="0">
              <a:ea typeface="+mn-ea"/>
              <a:cs typeface="+mn-cs"/>
            </a:rPr>
            <a:t> </a:t>
          </a:r>
          <a:r>
            <a:rPr lang="en-US" sz="1700" kern="1200" dirty="0" err="1">
              <a:ea typeface="+mn-ea"/>
              <a:cs typeface="+mn-cs"/>
            </a:rPr>
            <a:t>betreffen</a:t>
          </a:r>
          <a:r>
            <a:rPr lang="en-US" sz="1700" kern="1200" dirty="0">
              <a:ea typeface="+mn-ea"/>
              <a:cs typeface="+mn-cs"/>
            </a:rPr>
            <a:t> alle, </a:t>
          </a:r>
          <a:r>
            <a:rPr lang="en-US" sz="1700" kern="1200" dirty="0" err="1">
              <a:ea typeface="+mn-ea"/>
              <a:cs typeface="+mn-cs"/>
            </a:rPr>
            <a:t>ein</a:t>
          </a:r>
          <a:r>
            <a:rPr lang="en-US" sz="1700" kern="1200" dirty="0">
              <a:ea typeface="+mn-ea"/>
              <a:cs typeface="+mn-cs"/>
            </a:rPr>
            <a:t> Rechner </a:t>
          </a:r>
          <a:r>
            <a:rPr lang="en-US" sz="1700" kern="1200" dirty="0" err="1">
              <a:ea typeface="+mn-ea"/>
              <a:cs typeface="+mn-cs"/>
            </a:rPr>
            <a:t>macht</a:t>
          </a:r>
          <a:r>
            <a:rPr lang="en-US" sz="1700" kern="1200" dirty="0">
              <a:ea typeface="+mn-ea"/>
              <a:cs typeface="+mn-cs"/>
            </a:rPr>
            <a:t> den Aufbau </a:t>
          </a:r>
          <a:r>
            <a:rPr lang="en-US" sz="1700" kern="1200" dirty="0" err="1">
              <a:ea typeface="+mn-ea"/>
              <a:cs typeface="+mn-cs"/>
            </a:rPr>
            <a:t>verständlicher</a:t>
          </a:r>
          <a:r>
            <a:rPr lang="en-US" sz="1700" kern="1200" dirty="0">
              <a:ea typeface="+mn-ea"/>
              <a:cs typeface="+mn-cs"/>
            </a:rPr>
            <a:t>.</a:t>
          </a:r>
        </a:p>
      </dsp:txBody>
      <dsp:txXfrm>
        <a:off x="305985" y="1309163"/>
        <a:ext cx="2246997" cy="1395157"/>
      </dsp:txXfrm>
    </dsp:sp>
    <dsp:sp modelId="{9B6BE7A7-4DEF-4E1B-8E1C-49881C3BDF45}">
      <dsp:nvSpPr>
        <dsp:cNvPr id="0" name=""/>
        <dsp:cNvSpPr/>
      </dsp:nvSpPr>
      <dsp:spPr>
        <a:xfrm>
          <a:off x="2855699" y="1019412"/>
          <a:ext cx="2333807" cy="14819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E8F493-1281-46A9-AB48-07DC17511896}">
      <dsp:nvSpPr>
        <dsp:cNvPr id="0" name=""/>
        <dsp:cNvSpPr/>
      </dsp:nvSpPr>
      <dsp:spPr>
        <a:xfrm>
          <a:off x="3115011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ea typeface="+mn-ea"/>
              <a:cs typeface="+mn-cs"/>
            </a:rPr>
            <a:t>Praxisbezug:</a:t>
          </a:r>
          <a:r>
            <a:rPr lang="en-US" sz="1700" kern="1200" dirty="0">
              <a:ea typeface="+mn-ea"/>
              <a:cs typeface="+mn-cs"/>
            </a:rPr>
            <a:t> Realistische Berechnungen speziell für den Kanton Solothurn.</a:t>
          </a:r>
        </a:p>
      </dsp:txBody>
      <dsp:txXfrm>
        <a:off x="3158416" y="1309163"/>
        <a:ext cx="2246997" cy="1395157"/>
      </dsp:txXfrm>
    </dsp:sp>
    <dsp:sp modelId="{AC850FD9-16C2-4F66-9020-1884908D249F}">
      <dsp:nvSpPr>
        <dsp:cNvPr id="0" name=""/>
        <dsp:cNvSpPr/>
      </dsp:nvSpPr>
      <dsp:spPr>
        <a:xfrm>
          <a:off x="5708130" y="1019412"/>
          <a:ext cx="2333807" cy="14819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5340B-BC5F-4EB0-B882-8E4C27122203}">
      <dsp:nvSpPr>
        <dsp:cNvPr id="0" name=""/>
        <dsp:cNvSpPr/>
      </dsp:nvSpPr>
      <dsp:spPr>
        <a:xfrm>
          <a:off x="5967442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 err="1">
              <a:ea typeface="+mn-ea"/>
              <a:cs typeface="+mn-cs"/>
            </a:rPr>
            <a:t>Programmier-Herausforderung</a:t>
          </a:r>
          <a:r>
            <a:rPr lang="en-US" sz="1700" b="1" kern="1200" dirty="0">
              <a:ea typeface="+mn-ea"/>
              <a:cs typeface="+mn-cs"/>
            </a:rPr>
            <a:t>:</a:t>
          </a:r>
          <a:r>
            <a:rPr lang="en-US" sz="1700" kern="1200" dirty="0">
              <a:ea typeface="+mn-ea"/>
              <a:cs typeface="+mn-cs"/>
            </a:rPr>
            <a:t>  </a:t>
          </a:r>
          <a:br>
            <a:rPr lang="en-US" sz="1700" kern="1200" dirty="0">
              <a:ea typeface="+mn-ea"/>
              <a:cs typeface="+mn-cs"/>
            </a:rPr>
          </a:br>
          <a:r>
            <a:rPr lang="en-US" sz="1700" kern="1200" dirty="0">
              <a:ea typeface="+mn-ea"/>
              <a:cs typeface="+mn-cs"/>
            </a:rPr>
            <a:t>Logik, </a:t>
          </a:r>
          <a:r>
            <a:rPr lang="en-US" sz="1700" kern="1200" dirty="0" err="1">
              <a:ea typeface="+mn-ea"/>
              <a:cs typeface="+mn-cs"/>
            </a:rPr>
            <a:t>Eingaben</a:t>
          </a:r>
          <a:r>
            <a:rPr lang="en-US" sz="1700" kern="1200" dirty="0">
              <a:ea typeface="+mn-ea"/>
              <a:cs typeface="+mn-cs"/>
            </a:rPr>
            <a:t> und </a:t>
          </a:r>
          <a:r>
            <a:rPr lang="en-US" sz="1700" kern="1200" dirty="0" err="1">
              <a:ea typeface="+mn-ea"/>
              <a:cs typeface="+mn-cs"/>
            </a:rPr>
            <a:t>Ausgaben</a:t>
          </a:r>
          <a:r>
            <a:rPr lang="en-US" sz="1700" kern="1200" dirty="0">
              <a:ea typeface="+mn-ea"/>
              <a:cs typeface="+mn-cs"/>
            </a:rPr>
            <a:t>.</a:t>
          </a:r>
        </a:p>
      </dsp:txBody>
      <dsp:txXfrm>
        <a:off x="6010847" y="1309163"/>
        <a:ext cx="2246997" cy="1395157"/>
      </dsp:txXfrm>
    </dsp:sp>
    <dsp:sp modelId="{E672CCC4-CF84-4C2D-BF6D-6B6FA5BC8727}">
      <dsp:nvSpPr>
        <dsp:cNvPr id="0" name=""/>
        <dsp:cNvSpPr/>
      </dsp:nvSpPr>
      <dsp:spPr>
        <a:xfrm>
          <a:off x="8560562" y="1019412"/>
          <a:ext cx="2333807" cy="14819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1856A-FD6E-4155-AD12-606EB810B050}">
      <dsp:nvSpPr>
        <dsp:cNvPr id="0" name=""/>
        <dsp:cNvSpPr/>
      </dsp:nvSpPr>
      <dsp:spPr>
        <a:xfrm>
          <a:off x="8819874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 err="1">
              <a:ea typeface="+mn-ea"/>
              <a:cs typeface="+mn-cs"/>
            </a:rPr>
            <a:t>Strukturierte</a:t>
          </a:r>
          <a:r>
            <a:rPr lang="en-US" sz="1700" b="1" kern="1200" dirty="0">
              <a:ea typeface="+mn-ea"/>
              <a:cs typeface="+mn-cs"/>
            </a:rPr>
            <a:t> </a:t>
          </a:r>
          <a:r>
            <a:rPr lang="en-US" sz="1700" b="1" kern="1200" dirty="0" err="1">
              <a:ea typeface="+mn-ea"/>
              <a:cs typeface="+mn-cs"/>
            </a:rPr>
            <a:t>Umsetzung</a:t>
          </a:r>
          <a:r>
            <a:rPr lang="en-US" sz="1700" b="1" kern="1200" dirty="0">
              <a:ea typeface="+mn-ea"/>
              <a:cs typeface="+mn-cs"/>
            </a:rPr>
            <a:t>:</a:t>
          </a:r>
          <a:r>
            <a:rPr lang="en-US" sz="1700" kern="1200" dirty="0">
              <a:ea typeface="+mn-ea"/>
              <a:cs typeface="+mn-cs"/>
            </a:rPr>
            <a:t> </a:t>
          </a:r>
          <a:br>
            <a:rPr lang="en-US" sz="1700" kern="1200" dirty="0">
              <a:ea typeface="+mn-ea"/>
              <a:cs typeface="+mn-cs"/>
            </a:rPr>
          </a:br>
          <a:r>
            <a:rPr lang="en-US" sz="1700" kern="1200" dirty="0">
              <a:ea typeface="+mn-ea"/>
              <a:cs typeface="+mn-cs"/>
            </a:rPr>
            <a:t>Klare Regeln und </a:t>
          </a:r>
          <a:r>
            <a:rPr lang="en-US" sz="1700" kern="1200" dirty="0" err="1">
              <a:ea typeface="+mn-ea"/>
              <a:cs typeface="+mn-cs"/>
            </a:rPr>
            <a:t>Vorgaben</a:t>
          </a:r>
          <a:r>
            <a:rPr lang="en-US" sz="1700" kern="1200" dirty="0">
              <a:ea typeface="+mn-ea"/>
              <a:cs typeface="+mn-cs"/>
            </a:rPr>
            <a:t> </a:t>
          </a:r>
        </a:p>
      </dsp:txBody>
      <dsp:txXfrm>
        <a:off x="8863279" y="1309163"/>
        <a:ext cx="2246997" cy="1395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2FDD8E-03DA-4581-98B4-02D080640B46}">
      <dsp:nvSpPr>
        <dsp:cNvPr id="0" name=""/>
        <dsp:cNvSpPr/>
      </dsp:nvSpPr>
      <dsp:spPr>
        <a:xfrm>
          <a:off x="0" y="0"/>
          <a:ext cx="730605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386C9-786D-464D-9622-2A8B104E7E79}">
      <dsp:nvSpPr>
        <dsp:cNvPr id="0" name=""/>
        <dsp:cNvSpPr/>
      </dsp:nvSpPr>
      <dsp:spPr>
        <a:xfrm>
          <a:off x="0" y="0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Steuerberechnungen vereinfachen</a:t>
          </a:r>
        </a:p>
      </dsp:txBody>
      <dsp:txXfrm>
        <a:off x="0" y="0"/>
        <a:ext cx="7306056" cy="1252727"/>
      </dsp:txXfrm>
    </dsp:sp>
    <dsp:sp modelId="{AD8477F7-A372-4E95-9FDA-D23EB35C425D}">
      <dsp:nvSpPr>
        <dsp:cNvPr id="0" name=""/>
        <dsp:cNvSpPr/>
      </dsp:nvSpPr>
      <dsp:spPr>
        <a:xfrm>
          <a:off x="0" y="1252728"/>
          <a:ext cx="730605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BA7A0-D132-488E-A131-F2D00B16637D}">
      <dsp:nvSpPr>
        <dsp:cNvPr id="0" name=""/>
        <dsp:cNvSpPr/>
      </dsp:nvSpPr>
      <dsp:spPr>
        <a:xfrm>
          <a:off x="0" y="1252727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Praxisnah: Kanton Solothurn</a:t>
          </a:r>
        </a:p>
      </dsp:txBody>
      <dsp:txXfrm>
        <a:off x="0" y="1252727"/>
        <a:ext cx="7306056" cy="1252727"/>
      </dsp:txXfrm>
    </dsp:sp>
    <dsp:sp modelId="{116BEB8C-5C82-46DD-81B4-30274D1D5BF1}">
      <dsp:nvSpPr>
        <dsp:cNvPr id="0" name=""/>
        <dsp:cNvSpPr/>
      </dsp:nvSpPr>
      <dsp:spPr>
        <a:xfrm>
          <a:off x="0" y="2505456"/>
          <a:ext cx="730605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04CBD-A2FE-4FF7-BABF-FB7D22D7A9D6}">
      <dsp:nvSpPr>
        <dsp:cNvPr id="0" name=""/>
        <dsp:cNvSpPr/>
      </dsp:nvSpPr>
      <dsp:spPr>
        <a:xfrm>
          <a:off x="0" y="2505455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Programmiertechnische Übung: Logik, Eingaben, Ausgaben</a:t>
          </a:r>
        </a:p>
      </dsp:txBody>
      <dsp:txXfrm>
        <a:off x="0" y="2505455"/>
        <a:ext cx="7306056" cy="1252727"/>
      </dsp:txXfrm>
    </dsp:sp>
    <dsp:sp modelId="{2373FEC8-AF56-49F3-BFBE-5FE2D7AC91F6}">
      <dsp:nvSpPr>
        <dsp:cNvPr id="0" name=""/>
        <dsp:cNvSpPr/>
      </dsp:nvSpPr>
      <dsp:spPr>
        <a:xfrm>
          <a:off x="0" y="3758184"/>
          <a:ext cx="730605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6D70D-FA93-4806-BBE3-09F165BC3DA9}">
      <dsp:nvSpPr>
        <dsp:cNvPr id="0" name=""/>
        <dsp:cNvSpPr/>
      </dsp:nvSpPr>
      <dsp:spPr>
        <a:xfrm>
          <a:off x="0" y="3758183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Nützlicher Mehrwert</a:t>
          </a:r>
        </a:p>
      </dsp:txBody>
      <dsp:txXfrm>
        <a:off x="0" y="3758183"/>
        <a:ext cx="7306056" cy="1252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CFEF8A-3FDB-4CF4-903D-606AD6FE1E90}">
      <dsp:nvSpPr>
        <dsp:cNvPr id="0" name=""/>
        <dsp:cNvSpPr/>
      </dsp:nvSpPr>
      <dsp:spPr>
        <a:xfrm>
          <a:off x="666724" y="196068"/>
          <a:ext cx="2024437" cy="202443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39AD2-B9A5-4DAF-926C-374C3EA71067}">
      <dsp:nvSpPr>
        <dsp:cNvPr id="0" name=""/>
        <dsp:cNvSpPr/>
      </dsp:nvSpPr>
      <dsp:spPr>
        <a:xfrm>
          <a:off x="1098162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00549-3B6A-481D-8ADC-825597991BF8}">
      <dsp:nvSpPr>
        <dsp:cNvPr id="0" name=""/>
        <dsp:cNvSpPr/>
      </dsp:nvSpPr>
      <dsp:spPr>
        <a:xfrm>
          <a:off x="19568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Eingabeformular für Einkommen, Vermögen, Abzüge</a:t>
          </a:r>
        </a:p>
      </dsp:txBody>
      <dsp:txXfrm>
        <a:off x="19568" y="2851069"/>
        <a:ext cx="3318750" cy="720000"/>
      </dsp:txXfrm>
    </dsp:sp>
    <dsp:sp modelId="{F527C14A-4023-49E8-8925-8557D1412D06}">
      <dsp:nvSpPr>
        <dsp:cNvPr id="0" name=""/>
        <dsp:cNvSpPr/>
      </dsp:nvSpPr>
      <dsp:spPr>
        <a:xfrm>
          <a:off x="4566256" y="196068"/>
          <a:ext cx="2024437" cy="202443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E1B36A-A257-442C-807D-D0A2E8F9A06E}">
      <dsp:nvSpPr>
        <dsp:cNvPr id="0" name=""/>
        <dsp:cNvSpPr/>
      </dsp:nvSpPr>
      <dsp:spPr>
        <a:xfrm>
          <a:off x="4997693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7045C-7CAF-48D8-8588-077ECA259D37}">
      <dsp:nvSpPr>
        <dsp:cNvPr id="0" name=""/>
        <dsp:cNvSpPr/>
      </dsp:nvSpPr>
      <dsp:spPr>
        <a:xfrm>
          <a:off x="3919100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Automatische Berechnung der Steuer</a:t>
          </a:r>
        </a:p>
      </dsp:txBody>
      <dsp:txXfrm>
        <a:off x="3919100" y="2851069"/>
        <a:ext cx="3318750" cy="720000"/>
      </dsp:txXfrm>
    </dsp:sp>
    <dsp:sp modelId="{0D86F3B6-CAB3-4872-B26C-A1434BD2CB77}">
      <dsp:nvSpPr>
        <dsp:cNvPr id="0" name=""/>
        <dsp:cNvSpPr/>
      </dsp:nvSpPr>
      <dsp:spPr>
        <a:xfrm>
          <a:off x="8465787" y="196068"/>
          <a:ext cx="2024437" cy="202443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4172D9-CBC2-4963-BF75-28B37BCC840F}">
      <dsp:nvSpPr>
        <dsp:cNvPr id="0" name=""/>
        <dsp:cNvSpPr/>
      </dsp:nvSpPr>
      <dsp:spPr>
        <a:xfrm>
          <a:off x="8897225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4A9430-7D5A-42F0-85EA-4EE04AACF03D}">
      <dsp:nvSpPr>
        <dsp:cNvPr id="0" name=""/>
        <dsp:cNvSpPr/>
      </dsp:nvSpPr>
      <dsp:spPr>
        <a:xfrm>
          <a:off x="7818631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Übersichtliche Ergebnisanzeige</a:t>
          </a:r>
        </a:p>
      </dsp:txBody>
      <dsp:txXfrm>
        <a:off x="7818631" y="2851069"/>
        <a:ext cx="331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4EA194-CC49-4E85-90A1-81957519E758}">
      <dsp:nvSpPr>
        <dsp:cNvPr id="0" name=""/>
        <dsp:cNvSpPr/>
      </dsp:nvSpPr>
      <dsp:spPr>
        <a:xfrm>
          <a:off x="0" y="656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46C5C-C7D1-407A-8EB6-99FB7270D193}">
      <dsp:nvSpPr>
        <dsp:cNvPr id="0" name=""/>
        <dsp:cNvSpPr/>
      </dsp:nvSpPr>
      <dsp:spPr>
        <a:xfrm>
          <a:off x="464584" y="346215"/>
          <a:ext cx="844699" cy="8446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007FC-8A30-4ACE-9576-7BA4BE17D536}">
      <dsp:nvSpPr>
        <dsp:cNvPr id="0" name=""/>
        <dsp:cNvSpPr/>
      </dsp:nvSpPr>
      <dsp:spPr>
        <a:xfrm>
          <a:off x="1773868" y="656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Funktionierender Steuerrechner mit korrekten Berechnungen</a:t>
          </a:r>
        </a:p>
      </dsp:txBody>
      <dsp:txXfrm>
        <a:off x="1773868" y="656"/>
        <a:ext cx="4846387" cy="1535816"/>
      </dsp:txXfrm>
    </dsp:sp>
    <dsp:sp modelId="{B0FE1508-DA8B-493B-ABA9-91FD06482CAF}">
      <dsp:nvSpPr>
        <dsp:cNvPr id="0" name=""/>
        <dsp:cNvSpPr/>
      </dsp:nvSpPr>
      <dsp:spPr>
        <a:xfrm>
          <a:off x="0" y="1920427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D55C5-8BE2-475D-8BF5-E12C8E32F1DB}">
      <dsp:nvSpPr>
        <dsp:cNvPr id="0" name=""/>
        <dsp:cNvSpPr/>
      </dsp:nvSpPr>
      <dsp:spPr>
        <a:xfrm>
          <a:off x="464584" y="2265986"/>
          <a:ext cx="844699" cy="8446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ADF27-DCC8-4F88-AB63-B13552B7B175}">
      <dsp:nvSpPr>
        <dsp:cNvPr id="0" name=""/>
        <dsp:cNvSpPr/>
      </dsp:nvSpPr>
      <dsp:spPr>
        <a:xfrm>
          <a:off x="1773868" y="1920427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Saubere und übersichtliche Benutzeroberfläche</a:t>
          </a:r>
        </a:p>
      </dsp:txBody>
      <dsp:txXfrm>
        <a:off x="1773868" y="1920427"/>
        <a:ext cx="4846387" cy="1535816"/>
      </dsp:txXfrm>
    </dsp:sp>
    <dsp:sp modelId="{EC5502F5-5144-4C67-91A1-1DB5D8FF404E}">
      <dsp:nvSpPr>
        <dsp:cNvPr id="0" name=""/>
        <dsp:cNvSpPr/>
      </dsp:nvSpPr>
      <dsp:spPr>
        <a:xfrm>
          <a:off x="0" y="3840198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28A6EC-C955-4EEF-B4DF-B567E2D820E8}">
      <dsp:nvSpPr>
        <dsp:cNvPr id="0" name=""/>
        <dsp:cNvSpPr/>
      </dsp:nvSpPr>
      <dsp:spPr>
        <a:xfrm>
          <a:off x="464584" y="4185757"/>
          <a:ext cx="844699" cy="8446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E2B83-25C2-4DDB-93A2-F1C5F71AE9AA}">
      <dsp:nvSpPr>
        <dsp:cNvPr id="0" name=""/>
        <dsp:cNvSpPr/>
      </dsp:nvSpPr>
      <dsp:spPr>
        <a:xfrm>
          <a:off x="1773868" y="3840198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Teamarbeit effizient koordiniert</a:t>
          </a:r>
        </a:p>
      </dsp:txBody>
      <dsp:txXfrm>
        <a:off x="1773868" y="3840198"/>
        <a:ext cx="4846387" cy="15358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CAF025-55B0-46DC-BEC7-DEC2D579B607}">
      <dsp:nvSpPr>
        <dsp:cNvPr id="0" name=""/>
        <dsp:cNvSpPr/>
      </dsp:nvSpPr>
      <dsp:spPr>
        <a:xfrm>
          <a:off x="517" y="1431521"/>
          <a:ext cx="2094690" cy="25136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0" rIns="206909" bIns="330200" numCol="1" spcCol="1270" anchor="t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Komplexe Steuerformeln </a:t>
          </a:r>
          <a:br>
            <a:rPr lang="en-US" sz="1100" kern="1200" dirty="0">
              <a:latin typeface="Bierstadt"/>
            </a:rPr>
          </a:br>
          <a:r>
            <a:rPr lang="en-US" sz="1100" kern="1200" dirty="0"/>
            <a:t>korrekt umsetzen</a:t>
          </a:r>
        </a:p>
      </dsp:txBody>
      <dsp:txXfrm>
        <a:off x="517" y="2436973"/>
        <a:ext cx="2094690" cy="1508177"/>
      </dsp:txXfrm>
    </dsp:sp>
    <dsp:sp modelId="{BCCC5D4F-D967-45E7-9475-05428C1CF988}">
      <dsp:nvSpPr>
        <dsp:cNvPr id="0" name=""/>
        <dsp:cNvSpPr/>
      </dsp:nvSpPr>
      <dsp:spPr>
        <a:xfrm>
          <a:off x="517" y="1431521"/>
          <a:ext cx="2094690" cy="100545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165100" rIns="206909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01</a:t>
          </a:r>
        </a:p>
      </dsp:txBody>
      <dsp:txXfrm>
        <a:off x="517" y="1431521"/>
        <a:ext cx="2094690" cy="1005451"/>
      </dsp:txXfrm>
    </dsp:sp>
    <dsp:sp modelId="{677647B7-9442-47C5-86D6-55C7F47DA938}">
      <dsp:nvSpPr>
        <dsp:cNvPr id="0" name=""/>
        <dsp:cNvSpPr/>
      </dsp:nvSpPr>
      <dsp:spPr>
        <a:xfrm>
          <a:off x="2262782" y="1431521"/>
          <a:ext cx="2094690" cy="25136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0" rIns="206909" bIns="330200" numCol="1" spcCol="1270" anchor="t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Unterschiedliche </a:t>
          </a:r>
          <a:br>
            <a:rPr lang="en-US" sz="1100" kern="1200" dirty="0">
              <a:latin typeface="Bierstadt"/>
            </a:rPr>
          </a:br>
          <a:r>
            <a:rPr lang="en-US" sz="1100" kern="1200" dirty="0"/>
            <a:t>Vorstellungen </a:t>
          </a:r>
        </a:p>
      </dsp:txBody>
      <dsp:txXfrm>
        <a:off x="2262782" y="2436973"/>
        <a:ext cx="2094690" cy="1508177"/>
      </dsp:txXfrm>
    </dsp:sp>
    <dsp:sp modelId="{C8D1D495-A4E8-4EAF-9FED-405191A142DF}">
      <dsp:nvSpPr>
        <dsp:cNvPr id="0" name=""/>
        <dsp:cNvSpPr/>
      </dsp:nvSpPr>
      <dsp:spPr>
        <a:xfrm>
          <a:off x="2262782" y="1431521"/>
          <a:ext cx="2094690" cy="100545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165100" rIns="206909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02</a:t>
          </a:r>
        </a:p>
      </dsp:txBody>
      <dsp:txXfrm>
        <a:off x="2262782" y="1431521"/>
        <a:ext cx="2094690" cy="1005451"/>
      </dsp:txXfrm>
    </dsp:sp>
    <dsp:sp modelId="{3F8F7691-9D85-47BF-A6DD-0E0FB679C297}">
      <dsp:nvSpPr>
        <dsp:cNvPr id="0" name=""/>
        <dsp:cNvSpPr/>
      </dsp:nvSpPr>
      <dsp:spPr>
        <a:xfrm>
          <a:off x="4525048" y="1431521"/>
          <a:ext cx="2094690" cy="25136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0" rIns="206909" bIns="330200" numCol="1" spcCol="1270" anchor="t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Fehler bei Eingaben </a:t>
          </a:r>
          <a:br>
            <a:rPr lang="en-US" sz="1100" kern="1200" dirty="0">
              <a:latin typeface="Bierstadt"/>
            </a:rPr>
          </a:br>
          <a:r>
            <a:rPr lang="en-US" sz="1100" kern="1200" dirty="0"/>
            <a:t>mussten mehrfach geprüft werden</a:t>
          </a:r>
        </a:p>
      </dsp:txBody>
      <dsp:txXfrm>
        <a:off x="4525048" y="2436973"/>
        <a:ext cx="2094690" cy="1508177"/>
      </dsp:txXfrm>
    </dsp:sp>
    <dsp:sp modelId="{7B26E907-BFD9-461F-9C34-A8A7F4C65BDD}">
      <dsp:nvSpPr>
        <dsp:cNvPr id="0" name=""/>
        <dsp:cNvSpPr/>
      </dsp:nvSpPr>
      <dsp:spPr>
        <a:xfrm>
          <a:off x="4525048" y="1431521"/>
          <a:ext cx="2094690" cy="100545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165100" rIns="206909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03</a:t>
          </a:r>
        </a:p>
      </dsp:txBody>
      <dsp:txXfrm>
        <a:off x="4525048" y="1431521"/>
        <a:ext cx="2094690" cy="10054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7EBFE-BFE8-412E-913A-07AD14D43FBC}" type="datetimeFigureOut"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D0FD4-5F81-4264-A7FE-6E8A863E8F1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99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für das Thema </a:t>
            </a:r>
            <a:r>
              <a:rPr lang="en-US" dirty="0" err="1"/>
              <a:t>Steuerrechner</a:t>
            </a:r>
            <a:r>
              <a:rPr lang="en-US" dirty="0"/>
              <a:t> für den Kanton Solothurn </a:t>
            </a:r>
            <a:r>
              <a:rPr lang="en-US" dirty="0" err="1"/>
              <a:t>entschieden</a:t>
            </a:r>
            <a:r>
              <a:rPr lang="en-US" dirty="0"/>
              <a:t>, </a:t>
            </a:r>
            <a:r>
              <a:rPr lang="en-US" dirty="0" err="1"/>
              <a:t>weil</a:t>
            </a:r>
            <a:r>
              <a:rPr lang="en-US" dirty="0"/>
              <a:t> es </a:t>
            </a:r>
            <a:r>
              <a:rPr lang="en-US" dirty="0" err="1"/>
              <a:t>sehr</a:t>
            </a:r>
            <a:r>
              <a:rPr lang="en-US" dirty="0"/>
              <a:t> </a:t>
            </a:r>
            <a:r>
              <a:rPr lang="en-US" dirty="0" err="1"/>
              <a:t>alltagsnah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– </a:t>
            </a:r>
            <a:r>
              <a:rPr lang="en-US" dirty="0" err="1"/>
              <a:t>Steuern</a:t>
            </a:r>
            <a:r>
              <a:rPr lang="en-US" dirty="0"/>
              <a:t> </a:t>
            </a:r>
            <a:r>
              <a:rPr lang="en-US" dirty="0" err="1"/>
              <a:t>betreffen</a:t>
            </a:r>
            <a:r>
              <a:rPr lang="en-US" dirty="0"/>
              <a:t> ja </a:t>
            </a:r>
            <a:r>
              <a:rPr lang="en-US" dirty="0" err="1"/>
              <a:t>jeden</a:t>
            </a:r>
            <a:r>
              <a:rPr lang="en-US" dirty="0"/>
              <a:t> von </a:t>
            </a:r>
            <a:r>
              <a:rPr lang="en-US" dirty="0" err="1"/>
              <a:t>uns</a:t>
            </a:r>
            <a:r>
              <a:rPr lang="en-US" dirty="0"/>
              <a:t>, und </a:t>
            </a:r>
            <a:r>
              <a:rPr lang="en-US" dirty="0" err="1"/>
              <a:t>ein</a:t>
            </a:r>
            <a:r>
              <a:rPr lang="en-US" dirty="0"/>
              <a:t> Rechner </a:t>
            </a:r>
            <a:r>
              <a:rPr lang="en-US" dirty="0" err="1"/>
              <a:t>hilft</a:t>
            </a:r>
            <a:r>
              <a:rPr lang="en-US" dirty="0"/>
              <a:t>, </a:t>
            </a:r>
            <a:r>
              <a:rPr lang="en-US" dirty="0" err="1"/>
              <a:t>sie</a:t>
            </a:r>
            <a:r>
              <a:rPr lang="en-US" dirty="0"/>
              <a:t> </a:t>
            </a:r>
            <a:r>
              <a:rPr lang="en-US" dirty="0" err="1"/>
              <a:t>besser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verstehen. </a:t>
            </a:r>
            <a:r>
              <a:rPr lang="en-US" dirty="0" err="1"/>
              <a:t>Ausserdem</a:t>
            </a:r>
            <a:r>
              <a:rPr lang="en-US" dirty="0"/>
              <a:t> hat das Projekt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klaren</a:t>
            </a:r>
            <a:r>
              <a:rPr lang="en-US" dirty="0"/>
              <a:t> </a:t>
            </a:r>
            <a:r>
              <a:rPr lang="en-US" dirty="0" err="1"/>
              <a:t>Praxisbezug</a:t>
            </a:r>
            <a:r>
              <a:rPr lang="en-US" dirty="0"/>
              <a:t>: Die </a:t>
            </a:r>
            <a:r>
              <a:rPr lang="en-US" dirty="0" err="1"/>
              <a:t>Berechnungen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realistisch</a:t>
            </a:r>
            <a:r>
              <a:rPr lang="en-US" dirty="0"/>
              <a:t> und </a:t>
            </a:r>
            <a:r>
              <a:rPr lang="en-US" dirty="0" err="1"/>
              <a:t>speziell</a:t>
            </a:r>
            <a:r>
              <a:rPr lang="en-US" dirty="0"/>
              <a:t> auf </a:t>
            </a:r>
            <a:r>
              <a:rPr lang="en-US" dirty="0" err="1"/>
              <a:t>unseren</a:t>
            </a:r>
            <a:r>
              <a:rPr lang="en-US" dirty="0"/>
              <a:t> Kanton </a:t>
            </a:r>
            <a:r>
              <a:rPr lang="en-US" dirty="0" err="1"/>
              <a:t>zugeschnitten</a:t>
            </a:r>
            <a:r>
              <a:rPr lang="en-US" dirty="0"/>
              <a:t>. Für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bietet</a:t>
            </a:r>
            <a:r>
              <a:rPr lang="en-US" dirty="0"/>
              <a:t> das Projekt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spannende</a:t>
            </a:r>
            <a:r>
              <a:rPr lang="en-US" dirty="0"/>
              <a:t> </a:t>
            </a:r>
            <a:r>
              <a:rPr lang="en-US" dirty="0" err="1"/>
              <a:t>Herausforderung</a:t>
            </a:r>
            <a:r>
              <a:rPr lang="en-US" dirty="0"/>
              <a:t>, </a:t>
            </a:r>
            <a:r>
              <a:rPr lang="en-US" dirty="0" err="1"/>
              <a:t>weil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dabei</a:t>
            </a:r>
            <a:r>
              <a:rPr lang="en-US" dirty="0"/>
              <a:t> Logik, </a:t>
            </a:r>
            <a:r>
              <a:rPr lang="en-US" dirty="0" err="1"/>
              <a:t>Eingaben</a:t>
            </a:r>
            <a:r>
              <a:rPr lang="en-US" dirty="0"/>
              <a:t> und </a:t>
            </a:r>
            <a:r>
              <a:rPr lang="en-US" dirty="0" err="1"/>
              <a:t>Ausgaben</a:t>
            </a:r>
            <a:r>
              <a:rPr lang="en-US" dirty="0"/>
              <a:t> </a:t>
            </a:r>
            <a:r>
              <a:rPr lang="en-US" dirty="0" err="1"/>
              <a:t>üben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D0FD4-5F81-4264-A7FE-6E8A863E8F14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83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42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9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3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49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87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40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90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90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02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4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7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0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Online Tool: &quot;Processing&quot; - Grafiken selber programmieren">
            <a:extLst>
              <a:ext uri="{FF2B5EF4-FFF2-40B4-BE49-F238E27FC236}">
                <a16:creationId xmlns:a16="http://schemas.microsoft.com/office/drawing/2014/main" id="{219AB6C9-2E21-511B-817C-428130C0C4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8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95FAE947-7211-4722-9026-8E874A8AD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944761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668532" y="2523744"/>
            <a:ext cx="5032105" cy="3612122"/>
          </a:xfrm>
        </p:spPr>
        <p:txBody>
          <a:bodyPr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de-DE" sz="4000">
                <a:solidFill>
                  <a:srgbClr val="FFFFFF"/>
                </a:solidFill>
              </a:rPr>
              <a:t>Programmierprojekt</a:t>
            </a:r>
            <a:br>
              <a:rPr lang="de-DE" sz="4000">
                <a:solidFill>
                  <a:srgbClr val="FFFFFF"/>
                </a:solidFill>
              </a:rPr>
            </a:br>
            <a:r>
              <a:rPr lang="de-DE" sz="4000">
                <a:solidFill>
                  <a:srgbClr val="FFFFFF"/>
                </a:solidFill>
              </a:rPr>
              <a:t>Steuerrechner</a:t>
            </a:r>
            <a:br>
              <a:rPr lang="de-DE" sz="4000">
                <a:solidFill>
                  <a:srgbClr val="FFFFFF"/>
                </a:solidFill>
              </a:rPr>
            </a:br>
            <a:br>
              <a:rPr lang="de-DE" sz="4000">
                <a:solidFill>
                  <a:srgbClr val="FFFFFF"/>
                </a:solidFill>
              </a:rPr>
            </a:br>
            <a:r>
              <a:rPr lang="de-DE" sz="4000">
                <a:solidFill>
                  <a:srgbClr val="FFFFFF"/>
                </a:solidFill>
              </a:rPr>
              <a:t> </a:t>
            </a:r>
            <a:br>
              <a:rPr lang="de-DE" sz="4000">
                <a:solidFill>
                  <a:srgbClr val="FFFFFF"/>
                </a:solidFill>
              </a:rPr>
            </a:br>
            <a:endParaRPr lang="de-DE" sz="4000">
              <a:solidFill>
                <a:srgbClr val="FFFFFF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681225" y="945687"/>
            <a:ext cx="5019413" cy="10743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de-DE" sz="1500" b="1" i="0" dirty="0">
                <a:solidFill>
                  <a:srgbClr val="FFFFFF"/>
                </a:solidFill>
              </a:rPr>
              <a:t>FHNW WI TZ </a:t>
            </a:r>
            <a:br>
              <a:rPr lang="de-DE" sz="1500" i="0" dirty="0"/>
            </a:br>
            <a:r>
              <a:rPr lang="de-DE" sz="1500" i="0" dirty="0">
                <a:solidFill>
                  <a:srgbClr val="FFFFFF"/>
                </a:solidFill>
              </a:rPr>
              <a:t>Grundlagen Programmierung</a:t>
            </a:r>
            <a:br>
              <a:rPr lang="de-DE" sz="1500" i="0" dirty="0">
                <a:solidFill>
                  <a:srgbClr val="FFFFFF"/>
                </a:solidFill>
              </a:rPr>
            </a:br>
            <a:r>
              <a:rPr lang="de-DE" sz="1500" i="0" dirty="0">
                <a:solidFill>
                  <a:srgbClr val="FFFFFF"/>
                </a:solidFill>
              </a:rPr>
              <a:t>Arti </a:t>
            </a:r>
            <a:r>
              <a:rPr lang="de-DE" sz="1500" i="0" dirty="0" err="1">
                <a:solidFill>
                  <a:srgbClr val="FFFFFF"/>
                </a:solidFill>
              </a:rPr>
              <a:t>Rechi</a:t>
            </a:r>
            <a:r>
              <a:rPr lang="de-DE" sz="1500" i="0" dirty="0">
                <a:solidFill>
                  <a:srgbClr val="FFFFFF"/>
                </a:solidFill>
              </a:rPr>
              <a:t>, </a:t>
            </a:r>
            <a:r>
              <a:rPr lang="de-DE" sz="1500" i="0" dirty="0" err="1">
                <a:solidFill>
                  <a:srgbClr val="FFFFFF"/>
                </a:solidFill>
              </a:rPr>
              <a:t>Gowsi</a:t>
            </a:r>
            <a:r>
              <a:rPr lang="de-DE" sz="1500" i="0" dirty="0">
                <a:solidFill>
                  <a:srgbClr val="FFFFFF"/>
                </a:solidFill>
              </a:rPr>
              <a:t> </a:t>
            </a:r>
            <a:r>
              <a:rPr lang="de-DE" sz="1500" i="0" dirty="0" err="1">
                <a:solidFill>
                  <a:srgbClr val="FFFFFF"/>
                </a:solidFill>
              </a:rPr>
              <a:t>Kanesan</a:t>
            </a:r>
            <a:r>
              <a:rPr lang="de-DE" sz="1500" i="0" dirty="0">
                <a:solidFill>
                  <a:srgbClr val="FFFFFF"/>
                </a:solidFill>
              </a:rPr>
              <a:t> </a:t>
            </a:r>
            <a:br>
              <a:rPr lang="de-DE" sz="1500" i="0" dirty="0"/>
            </a:br>
            <a:r>
              <a:rPr lang="de-DE" sz="1500" i="0" dirty="0">
                <a:solidFill>
                  <a:srgbClr val="FFFFFF"/>
                </a:solidFill>
              </a:rPr>
              <a:t>Rusa Kandiah</a:t>
            </a:r>
            <a:endParaRPr lang="de-DE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853E504-CE7A-45E8-9030-0BFDACF83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8532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F1801-15B5-7F2F-F307-1E3A3D1D5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pPr algn="ctr"/>
            <a:r>
              <a:rPr lang="de-CH" b="0" dirty="0"/>
              <a:t>Begründung des gewählten Themas</a:t>
            </a:r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5BCFCA60-595B-0CE3-BEEC-57C0A0556B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289799"/>
              </p:ext>
            </p:extLst>
          </p:nvPr>
        </p:nvGraphicFramePr>
        <p:xfrm>
          <a:off x="520700" y="1805803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7895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6D528-62C9-63F7-8F03-2E7B4FE13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Projektziele </a:t>
            </a:r>
            <a:br>
              <a:rPr lang="en-US" sz="4000"/>
            </a:br>
            <a:br>
              <a:rPr lang="en-US" sz="4000"/>
            </a:br>
            <a:endParaRPr lang="en-US" sz="40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3" name="Content Placeholder 2">
            <a:extLst>
              <a:ext uri="{FF2B5EF4-FFF2-40B4-BE49-F238E27FC236}">
                <a16:creationId xmlns:a16="http://schemas.microsoft.com/office/drawing/2014/main" id="{36DF1237-75B3-4851-1056-6C41105E61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8759443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587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50B666-065E-C4AE-5C33-71F02D4E1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pPr algn="ctr"/>
            <a:r>
              <a:rPr lang="en-US" err="1"/>
              <a:t>Projektfunktion</a:t>
            </a: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662B998-0197-4643-5CAC-F2768A704F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7535581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900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 descr="Projektmanagement: Die Grundlagen">
            <a:extLst>
              <a:ext uri="{FF2B5EF4-FFF2-40B4-BE49-F238E27FC236}">
                <a16:creationId xmlns:a16="http://schemas.microsoft.com/office/drawing/2014/main" id="{B942344C-E8DD-F0C2-A671-5D6FC48C8E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05" r="-1" b="144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0631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65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DF213-B446-614F-4A34-68050683A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700" b="1" kern="1200" err="1">
                <a:latin typeface="+mj-lt"/>
                <a:ea typeface="+mj-ea"/>
                <a:cs typeface="+mj-cs"/>
              </a:rPr>
              <a:t>Aufgabenveretilung</a:t>
            </a:r>
            <a:endParaRPr lang="en-US" err="1">
              <a:ea typeface="+mj-ea"/>
              <a:cs typeface="+mj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270C915-4BE3-E01B-3C3C-3468621A1CF9}"/>
              </a:ext>
            </a:extLst>
          </p:cNvPr>
          <p:cNvSpPr>
            <a:spLocks noGrp="1"/>
          </p:cNvSpPr>
          <p:nvPr/>
        </p:nvSpPr>
        <p:spPr>
          <a:xfrm>
            <a:off x="521208" y="1873758"/>
            <a:ext cx="4672584" cy="37673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endParaRPr lang="en-US" b="1"/>
          </a:p>
          <a:p>
            <a:r>
              <a:rPr lang="en-US" sz="2400" b="1" dirty="0"/>
              <a:t>Person 1:</a:t>
            </a:r>
            <a:r>
              <a:rPr lang="en-US" sz="2400" dirty="0"/>
              <a:t> </a:t>
            </a:r>
            <a:r>
              <a:rPr lang="en-US" sz="2400" err="1"/>
              <a:t>Eingabeformular</a:t>
            </a:r>
            <a:r>
              <a:rPr lang="en-US" sz="2400" dirty="0"/>
              <a:t> &amp; </a:t>
            </a:r>
            <a:r>
              <a:rPr lang="en-US" sz="2400" err="1"/>
              <a:t>Benutzeroberfläche</a:t>
            </a:r>
            <a:endParaRPr lang="en-US" sz="2400"/>
          </a:p>
          <a:p>
            <a:r>
              <a:rPr lang="en-US" sz="2400" b="1" dirty="0"/>
              <a:t>Person 2:</a:t>
            </a:r>
            <a:r>
              <a:rPr lang="en-US" sz="2400" dirty="0"/>
              <a:t> </a:t>
            </a:r>
            <a:r>
              <a:rPr lang="en-US" sz="2400" dirty="0" err="1"/>
              <a:t>Berechnungslogik</a:t>
            </a:r>
            <a:r>
              <a:rPr lang="en-US" sz="2400" dirty="0"/>
              <a:t> &amp; </a:t>
            </a:r>
            <a:r>
              <a:rPr lang="en-US" sz="2400" dirty="0" err="1"/>
              <a:t>Steuerformeln</a:t>
            </a:r>
            <a:endParaRPr lang="en-US" sz="2400" dirty="0"/>
          </a:p>
          <a:p>
            <a:r>
              <a:rPr lang="en-US" sz="2400" b="1" dirty="0"/>
              <a:t>Person 3:</a:t>
            </a:r>
            <a:r>
              <a:rPr lang="en-US" sz="2400" dirty="0"/>
              <a:t> </a:t>
            </a:r>
            <a:r>
              <a:rPr lang="en-US" sz="2400" dirty="0" err="1"/>
              <a:t>Ergebnisanzeige</a:t>
            </a:r>
            <a:r>
              <a:rPr lang="en-US" sz="2400" dirty="0"/>
              <a:t> &amp; </a:t>
            </a:r>
            <a:r>
              <a:rPr lang="en-US" sz="2400" dirty="0" err="1"/>
              <a:t>testen</a:t>
            </a:r>
            <a:endParaRPr lang="en-US" dirty="0" err="1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5" name="Picture 4" descr="Einsatz von Einzel-, Partner-, Gruppen- und Plenumsarbeit – einfachlehren –  TU Darmstadt">
            <a:extLst>
              <a:ext uri="{FF2B5EF4-FFF2-40B4-BE49-F238E27FC236}">
                <a16:creationId xmlns:a16="http://schemas.microsoft.com/office/drawing/2014/main" id="{2321B392-317E-8A3A-0CAE-17BAB76514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60" r="25416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0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221F8-E325-E353-247A-FA9327AF9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Highlights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6CA8BB76-C894-0BF3-495A-2DC893859B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250501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2060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769CA-20AE-279C-526A-4C88750B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 err="1"/>
              <a:t>Probleme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FBECB0-CDAB-60BB-65D2-837B499EF4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6475533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4972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Person, die ein leeres Telefon anschaut">
            <a:extLst>
              <a:ext uri="{FF2B5EF4-FFF2-40B4-BE49-F238E27FC236}">
                <a16:creationId xmlns:a16="http://schemas.microsoft.com/office/drawing/2014/main" id="{7EFA9041-B6A5-0BCE-0F60-7F89AA37FA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666" r="-2" b="-2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399E1D-B8CC-15B1-B81B-0CB7930A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2901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Live-Demo der App-</a:t>
            </a:r>
            <a:r>
              <a:rPr lang="en-US" sz="6000" dirty="0" err="1">
                <a:solidFill>
                  <a:srgbClr val="FFFFFF"/>
                </a:solidFill>
              </a:rPr>
              <a:t>Funktionen</a:t>
            </a:r>
            <a:r>
              <a:rPr lang="en-US" sz="60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73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Top 3 Questions to Ask at the End of Every Interview – DAVRON">
            <a:extLst>
              <a:ext uri="{FF2B5EF4-FFF2-40B4-BE49-F238E27FC236}">
                <a16:creationId xmlns:a16="http://schemas.microsoft.com/office/drawing/2014/main" id="{4C577419-6300-5266-4C6B-C0CDCCD528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"/>
          <a:stretch>
            <a:fillRect/>
          </a:stretch>
        </p:blipFill>
        <p:spPr>
          <a:xfrm>
            <a:off x="20" y="92686"/>
            <a:ext cx="12188932" cy="6991854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7508F7DC-CA28-4ACE-AF79-D7E98ED1B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AB20218-A500-457C-B65C-F3D198B1F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A8442-C2DC-D9C2-7C79-FB3916F5A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38" y="5097327"/>
            <a:ext cx="8686796" cy="233424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 err="1">
                <a:solidFill>
                  <a:schemeClr val="tx1">
                    <a:lumMod val="85000"/>
                  </a:schemeClr>
                </a:solidFill>
              </a:rPr>
              <a:t>Vielen</a:t>
            </a:r>
            <a:r>
              <a:rPr lang="en-US" sz="2900" dirty="0">
                <a:solidFill>
                  <a:schemeClr val="tx1">
                    <a:lumMod val="85000"/>
                  </a:schemeClr>
                </a:solidFill>
              </a:rPr>
              <a:t> Dank für die </a:t>
            </a:r>
            <a:r>
              <a:rPr lang="en-US" sz="2900" err="1">
                <a:solidFill>
                  <a:schemeClr val="tx1">
                    <a:lumMod val="85000"/>
                  </a:schemeClr>
                </a:solidFill>
              </a:rPr>
              <a:t>Aufmerksamkeit</a:t>
            </a:r>
            <a:r>
              <a:rPr lang="en-US" sz="2900" dirty="0">
                <a:solidFill>
                  <a:schemeClr val="tx1">
                    <a:lumMod val="85000"/>
                  </a:schemeClr>
                </a:solidFill>
              </a:rPr>
              <a:t>. </a:t>
            </a:r>
            <a:br>
              <a:rPr lang="en-US" sz="2900" dirty="0"/>
            </a:br>
            <a:br>
              <a:rPr lang="en-US" sz="2900" dirty="0"/>
            </a:br>
            <a:br>
              <a:rPr lang="en-US" sz="2900" dirty="0"/>
            </a:br>
            <a:br>
              <a:rPr lang="en-US" sz="2900" dirty="0"/>
            </a:br>
            <a:endParaRPr lang="en-US" sz="2900">
              <a:solidFill>
                <a:srgbClr val="FFFFFF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GestaltVTI</vt:lpstr>
      <vt:lpstr>Programmierprojekt Steuerrechner    </vt:lpstr>
      <vt:lpstr>Begründung des gewählten Themas</vt:lpstr>
      <vt:lpstr>Projektziele   </vt:lpstr>
      <vt:lpstr>Projektfunktion</vt:lpstr>
      <vt:lpstr>PowerPoint Presentation</vt:lpstr>
      <vt:lpstr>Aufgabenveretilung</vt:lpstr>
      <vt:lpstr>Highlights</vt:lpstr>
      <vt:lpstr>Probleme</vt:lpstr>
      <vt:lpstr>Live-Demo der App-Funktionen </vt:lpstr>
      <vt:lpstr>Vielen Dank für die Aufmerksamkeit.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406</cp:revision>
  <dcterms:created xsi:type="dcterms:W3CDTF">2025-12-10T08:49:56Z</dcterms:created>
  <dcterms:modified xsi:type="dcterms:W3CDTF">2025-12-10T10:59:19Z</dcterms:modified>
</cp:coreProperties>
</file>